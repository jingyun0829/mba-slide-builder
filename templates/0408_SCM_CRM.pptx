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33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4" r:id="rId31"/>
    <p:sldId id="365" r:id="rId32"/>
    <p:sldId id="363" r:id="rId33"/>
    <p:sldId id="366" r:id="rId34"/>
    <p:sldId id="367" r:id="rId35"/>
    <p:sldId id="368" r:id="rId36"/>
    <p:sldId id="369" r:id="rId37"/>
  </p:sldIdLst>
  <p:sldSz cx="9144000" cy="6858000" type="screen4x3"/>
  <p:notesSz cx="7053263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11DAC-6A7D-45DC-ABCA-997DC038017D}" v="65" dt="2025-10-14T15:08:45.8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1"/>
    <p:restoredTop sz="94703"/>
  </p:normalViewPr>
  <p:slideViewPr>
    <p:cSldViewPr snapToGrid="0">
      <p:cViewPr varScale="1">
        <p:scale>
          <a:sx n="128" d="100"/>
          <a:sy n="128" d="100"/>
        </p:scale>
        <p:origin x="136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 Cabrera, Alexa" userId="S::arodriguezcabrera1@gaels.iona.edu::4357451d-77f7-444e-b4c5-6228e458742a" providerId="AD" clId="Web-{E37F61C2-BA1C-8FF1-82EE-DCE5C667F7BB}"/>
    <pc:docChg chg="modSld">
      <pc:chgData name="Rodriguez Cabrera, Alexa" userId="S::arodriguezcabrera1@gaels.iona.edu::4357451d-77f7-444e-b4c5-6228e458742a" providerId="AD" clId="Web-{E37F61C2-BA1C-8FF1-82EE-DCE5C667F7BB}" dt="2025-10-07T20:32:47.793" v="1" actId="1076"/>
      <pc:docMkLst>
        <pc:docMk/>
      </pc:docMkLst>
      <pc:sldChg chg="modSp">
        <pc:chgData name="Rodriguez Cabrera, Alexa" userId="S::arodriguezcabrera1@gaels.iona.edu::4357451d-77f7-444e-b4c5-6228e458742a" providerId="AD" clId="Web-{E37F61C2-BA1C-8FF1-82EE-DCE5C667F7BB}" dt="2025-10-07T20:28:51.804" v="0" actId="1076"/>
        <pc:sldMkLst>
          <pc:docMk/>
          <pc:sldMk cId="1037331919" sldId="423"/>
        </pc:sldMkLst>
      </pc:sldChg>
      <pc:sldChg chg="modSp">
        <pc:chgData name="Rodriguez Cabrera, Alexa" userId="S::arodriguezcabrera1@gaels.iona.edu::4357451d-77f7-444e-b4c5-6228e458742a" providerId="AD" clId="Web-{E37F61C2-BA1C-8FF1-82EE-DCE5C667F7BB}" dt="2025-10-07T20:32:47.793" v="1" actId="1076"/>
        <pc:sldMkLst>
          <pc:docMk/>
          <pc:sldMk cId="3801073783" sldId="428"/>
        </pc:sldMkLst>
      </pc:sldChg>
    </pc:docChg>
  </pc:docChgLst>
  <pc:docChgLst>
    <pc:chgData name="Lambert, Sean" userId="S::slambert1@gaels.iona.edu::0b5fabf4-01c9-4133-9aa6-12e0d3d32078" providerId="AD" clId="Web-{EC2A7184-67B7-D76D-C259-538304070305}"/>
    <pc:docChg chg="modSld">
      <pc:chgData name="Lambert, Sean" userId="S::slambert1@gaels.iona.edu::0b5fabf4-01c9-4133-9aa6-12e0d3d32078" providerId="AD" clId="Web-{EC2A7184-67B7-D76D-C259-538304070305}" dt="2025-10-07T19:39:10.177" v="1" actId="20577"/>
      <pc:docMkLst>
        <pc:docMk/>
      </pc:docMkLst>
      <pc:sldChg chg="modSp">
        <pc:chgData name="Lambert, Sean" userId="S::slambert1@gaels.iona.edu::0b5fabf4-01c9-4133-9aa6-12e0d3d32078" providerId="AD" clId="Web-{EC2A7184-67B7-D76D-C259-538304070305}" dt="2025-10-07T19:39:10.177" v="1" actId="20577"/>
        <pc:sldMkLst>
          <pc:docMk/>
          <pc:sldMk cId="260485218" sldId="413"/>
        </pc:sldMkLst>
        <pc:spChg chg="mod">
          <ac:chgData name="Lambert, Sean" userId="S::slambert1@gaels.iona.edu::0b5fabf4-01c9-4133-9aa6-12e0d3d32078" providerId="AD" clId="Web-{EC2A7184-67B7-D76D-C259-538304070305}" dt="2025-10-07T19:39:10.177" v="1" actId="20577"/>
          <ac:spMkLst>
            <pc:docMk/>
            <pc:sldMk cId="260485218" sldId="413"/>
            <ac:spMk id="3" creationId="{B500B0C8-E343-1E19-35C3-E0A0D6AD2F07}"/>
          </ac:spMkLst>
        </pc:spChg>
      </pc:sldChg>
    </pc:docChg>
  </pc:docChgLst>
  <pc:docChgLst>
    <pc:chgData name="Moran, Tyanna" userId="3cb62534-e332-487b-a9b0-a14209541a0d" providerId="ADAL" clId="{3CC46B77-959F-4039-9ED7-335E47860101}"/>
    <pc:docChg chg="sldOrd">
      <pc:chgData name="Moran, Tyanna" userId="3cb62534-e332-487b-a9b0-a14209541a0d" providerId="ADAL" clId="{3CC46B77-959F-4039-9ED7-335E47860101}" dt="2025-10-07T21:29:13.364" v="0" actId="20578"/>
      <pc:docMkLst>
        <pc:docMk/>
      </pc:docMkLst>
      <pc:sldChg chg="ord">
        <pc:chgData name="Moran, Tyanna" userId="3cb62534-e332-487b-a9b0-a14209541a0d" providerId="ADAL" clId="{3CC46B77-959F-4039-9ED7-335E47860101}" dt="2025-10-07T21:29:13.364" v="0" actId="20578"/>
        <pc:sldMkLst>
          <pc:docMk/>
          <pc:sldMk cId="983496973" sldId="421"/>
        </pc:sldMkLst>
      </pc:sldChg>
    </pc:docChg>
  </pc:docChgLst>
  <pc:docChgLst>
    <pc:chgData name="Roche, James" userId="S::jroche3@gaels.iona.edu::8ab182e6-9059-47e6-81b3-210897ecaae6" providerId="AD" clId="Web-{3BB2DD73-76F1-BF42-11AD-12F116EF7B10}"/>
    <pc:docChg chg="addSld delSld">
      <pc:chgData name="Roche, James" userId="S::jroche3@gaels.iona.edu::8ab182e6-9059-47e6-81b3-210897ecaae6" providerId="AD" clId="Web-{3BB2DD73-76F1-BF42-11AD-12F116EF7B10}" dt="2025-10-07T21:25:48.414" v="5"/>
      <pc:docMkLst>
        <pc:docMk/>
      </pc:docMkLst>
      <pc:sldChg chg="new del">
        <pc:chgData name="Roche, James" userId="S::jroche3@gaels.iona.edu::8ab182e6-9059-47e6-81b3-210897ecaae6" providerId="AD" clId="Web-{3BB2DD73-76F1-BF42-11AD-12F116EF7B10}" dt="2025-10-07T21:25:48.414" v="5"/>
        <pc:sldMkLst>
          <pc:docMk/>
          <pc:sldMk cId="1488714217" sldId="453"/>
        </pc:sldMkLst>
      </pc:sldChg>
      <pc:sldChg chg="new del">
        <pc:chgData name="Roche, James" userId="S::jroche3@gaels.iona.edu::8ab182e6-9059-47e6-81b3-210897ecaae6" providerId="AD" clId="Web-{3BB2DD73-76F1-BF42-11AD-12F116EF7B10}" dt="2025-10-07T21:25:47.555" v="4"/>
        <pc:sldMkLst>
          <pc:docMk/>
          <pc:sldMk cId="518349374" sldId="454"/>
        </pc:sldMkLst>
      </pc:sldChg>
      <pc:sldChg chg="new del">
        <pc:chgData name="Roche, James" userId="S::jroche3@gaels.iona.edu::8ab182e6-9059-47e6-81b3-210897ecaae6" providerId="AD" clId="Web-{3BB2DD73-76F1-BF42-11AD-12F116EF7B10}" dt="2025-10-07T21:25:46.398" v="3"/>
        <pc:sldMkLst>
          <pc:docMk/>
          <pc:sldMk cId="1106429547" sldId="455"/>
        </pc:sldMkLst>
      </pc:sldChg>
    </pc:docChg>
  </pc:docChgLst>
  <pc:docChgLst>
    <pc:chgData name="Santana, Kevin" userId="S::ksantana1@gaels.iona.edu::9cd28d63-21e1-4964-8743-324f663fc2dc" providerId="AD" clId="Web-{ED87D18B-7F7C-5892-CECE-B4BCF39198AF}"/>
    <pc:docChg chg="modSld">
      <pc:chgData name="Santana, Kevin" userId="S::ksantana1@gaels.iona.edu::9cd28d63-21e1-4964-8743-324f663fc2dc" providerId="AD" clId="Web-{ED87D18B-7F7C-5892-CECE-B4BCF39198AF}" dt="2025-10-07T21:42:31.036" v="1" actId="1076"/>
      <pc:docMkLst>
        <pc:docMk/>
      </pc:docMkLst>
      <pc:sldChg chg="modSp">
        <pc:chgData name="Santana, Kevin" userId="S::ksantana1@gaels.iona.edu::9cd28d63-21e1-4964-8743-324f663fc2dc" providerId="AD" clId="Web-{ED87D18B-7F7C-5892-CECE-B4BCF39198AF}" dt="2025-10-07T21:42:31.036" v="1" actId="1076"/>
        <pc:sldMkLst>
          <pc:docMk/>
          <pc:sldMk cId="3648094922" sldId="426"/>
        </pc:sldMkLst>
      </pc:sldChg>
      <pc:sldChg chg="modSp">
        <pc:chgData name="Santana, Kevin" userId="S::ksantana1@gaels.iona.edu::9cd28d63-21e1-4964-8743-324f663fc2dc" providerId="AD" clId="Web-{ED87D18B-7F7C-5892-CECE-B4BCF39198AF}" dt="2025-10-07T21:42:05.113" v="0" actId="1076"/>
        <pc:sldMkLst>
          <pc:docMk/>
          <pc:sldMk cId="3801073783" sldId="428"/>
        </pc:sldMkLst>
      </pc:sldChg>
    </pc:docChg>
  </pc:docChgLst>
  <pc:docChgLst>
    <pc:chgData name="Raus, Adriana" userId="S::araus1@gaels.iona.edu::d2a459e6-177c-47c3-862c-559cdf049eb2" providerId="AD" clId="Web-{FE91A8F1-AF0B-A7E6-6E8D-EE655C8B97C7}"/>
    <pc:docChg chg="modSld">
      <pc:chgData name="Raus, Adriana" userId="S::araus1@gaels.iona.edu::d2a459e6-177c-47c3-862c-559cdf049eb2" providerId="AD" clId="Web-{FE91A8F1-AF0B-A7E6-6E8D-EE655C8B97C7}" dt="2025-10-07T21:04:27.520" v="0" actId="20577"/>
      <pc:docMkLst>
        <pc:docMk/>
      </pc:docMkLst>
      <pc:sldChg chg="modSp">
        <pc:chgData name="Raus, Adriana" userId="S::araus1@gaels.iona.edu::d2a459e6-177c-47c3-862c-559cdf049eb2" providerId="AD" clId="Web-{FE91A8F1-AF0B-A7E6-6E8D-EE655C8B97C7}" dt="2025-10-07T21:04:27.520" v="0" actId="20577"/>
        <pc:sldMkLst>
          <pc:docMk/>
          <pc:sldMk cId="260485218" sldId="413"/>
        </pc:sldMkLst>
        <pc:spChg chg="mod">
          <ac:chgData name="Raus, Adriana" userId="S::araus1@gaels.iona.edu::d2a459e6-177c-47c3-862c-559cdf049eb2" providerId="AD" clId="Web-{FE91A8F1-AF0B-A7E6-6E8D-EE655C8B97C7}" dt="2025-10-07T21:04:27.520" v="0" actId="20577"/>
          <ac:spMkLst>
            <pc:docMk/>
            <pc:sldMk cId="260485218" sldId="413"/>
            <ac:spMk id="3" creationId="{B500B0C8-E343-1E19-35C3-E0A0D6AD2F07}"/>
          </ac:spMkLst>
        </pc:spChg>
      </pc:sldChg>
    </pc:docChg>
  </pc:docChgLst>
  <pc:docChgLst>
    <pc:chgData name="Hu, Jingyun" userId="bf3ca629-9a0a-4ae9-939d-a3921fca6f53" providerId="ADAL" clId="{75C60461-5F57-4A49-94C6-2E23CBB0190C}"/>
    <pc:docChg chg="undo custSel addSld delSld modSld sldOrd">
      <pc:chgData name="Hu, Jingyun" userId="bf3ca629-9a0a-4ae9-939d-a3921fca6f53" providerId="ADAL" clId="{75C60461-5F57-4A49-94C6-2E23CBB0190C}" dt="2025-10-14T15:23:04.698" v="12157" actId="14100"/>
      <pc:docMkLst>
        <pc:docMk/>
      </pc:docMkLst>
      <pc:sldChg chg="modSp add del mod ord">
        <pc:chgData name="Hu, Jingyun" userId="bf3ca629-9a0a-4ae9-939d-a3921fca6f53" providerId="ADAL" clId="{75C60461-5F57-4A49-94C6-2E23CBB0190C}" dt="2025-10-06T13:30:03.571" v="8704" actId="47"/>
        <pc:sldMkLst>
          <pc:docMk/>
          <pc:sldMk cId="0" sldId="291"/>
        </pc:sldMkLst>
      </pc:sldChg>
      <pc:sldChg chg="addSp modSp mod">
        <pc:chgData name="Hu, Jingyun" userId="bf3ca629-9a0a-4ae9-939d-a3921fca6f53" providerId="ADAL" clId="{75C60461-5F57-4A49-94C6-2E23CBB0190C}" dt="2025-10-14T14:57:33.153" v="12120" actId="1076"/>
        <pc:sldMkLst>
          <pc:docMk/>
          <pc:sldMk cId="3447399132" sldId="337"/>
        </pc:sldMkLst>
        <pc:spChg chg="add mod">
          <ac:chgData name="Hu, Jingyun" userId="bf3ca629-9a0a-4ae9-939d-a3921fca6f53" providerId="ADAL" clId="{75C60461-5F57-4A49-94C6-2E23CBB0190C}" dt="2025-10-14T14:57:33.153" v="12120" actId="1076"/>
          <ac:spMkLst>
            <pc:docMk/>
            <pc:sldMk cId="3447399132" sldId="337"/>
            <ac:spMk id="2" creationId="{744E9DCB-D595-4646-D4AF-2F6A3E759E67}"/>
          </ac:spMkLst>
        </pc:spChg>
      </pc:sldChg>
      <pc:sldChg chg="addSp delSp modSp mod">
        <pc:chgData name="Hu, Jingyun" userId="bf3ca629-9a0a-4ae9-939d-a3921fca6f53" providerId="ADAL" clId="{75C60461-5F57-4A49-94C6-2E23CBB0190C}" dt="2025-10-14T14:28:23.786" v="12097" actId="14100"/>
        <pc:sldMkLst>
          <pc:docMk/>
          <pc:sldMk cId="2104332718" sldId="352"/>
        </pc:sldMkLst>
        <pc:spChg chg="add mod">
          <ac:chgData name="Hu, Jingyun" userId="bf3ca629-9a0a-4ae9-939d-a3921fca6f53" providerId="ADAL" clId="{75C60461-5F57-4A49-94C6-2E23CBB0190C}" dt="2025-09-30T13:57:06.202" v="8200" actId="1076"/>
          <ac:spMkLst>
            <pc:docMk/>
            <pc:sldMk cId="2104332718" sldId="352"/>
            <ac:spMk id="2" creationId="{64889DED-C3BC-42F9-EA2A-475FFBEE7B11}"/>
          </ac:spMkLst>
        </pc:spChg>
        <pc:spChg chg="add mod">
          <ac:chgData name="Hu, Jingyun" userId="bf3ca629-9a0a-4ae9-939d-a3921fca6f53" providerId="ADAL" clId="{75C60461-5F57-4A49-94C6-2E23CBB0190C}" dt="2025-10-14T14:28:23.786" v="12097" actId="14100"/>
          <ac:spMkLst>
            <pc:docMk/>
            <pc:sldMk cId="2104332718" sldId="352"/>
            <ac:spMk id="3" creationId="{1B0662FD-9831-EDA4-A182-98D13F486935}"/>
          </ac:spMkLst>
        </pc:spChg>
        <pc:spChg chg="add del mod">
          <ac:chgData name="Hu, Jingyun" userId="bf3ca629-9a0a-4ae9-939d-a3921fca6f53" providerId="ADAL" clId="{75C60461-5F57-4A49-94C6-2E23CBB0190C}" dt="2025-10-13T13:46:00.834" v="10713" actId="478"/>
          <ac:spMkLst>
            <pc:docMk/>
            <pc:sldMk cId="2104332718" sldId="352"/>
            <ac:spMk id="3" creationId="{44FADE44-3B52-FACC-0C54-E67F07BCDCAD}"/>
          </ac:spMkLst>
        </pc:spChg>
        <pc:spChg chg="add mod">
          <ac:chgData name="Hu, Jingyun" userId="bf3ca629-9a0a-4ae9-939d-a3921fca6f53" providerId="ADAL" clId="{75C60461-5F57-4A49-94C6-2E23CBB0190C}" dt="2025-09-23T15:20:58.670" v="3982" actId="1076"/>
          <ac:spMkLst>
            <pc:docMk/>
            <pc:sldMk cId="2104332718" sldId="352"/>
            <ac:spMk id="4" creationId="{C9F9705F-8D72-FB59-A62D-F7C69F7DD799}"/>
          </ac:spMkLst>
        </pc:spChg>
      </pc:sldChg>
      <pc:sldChg chg="addSp modSp new mod">
        <pc:chgData name="Hu, Jingyun" userId="bf3ca629-9a0a-4ae9-939d-a3921fca6f53" providerId="ADAL" clId="{75C60461-5F57-4A49-94C6-2E23CBB0190C}" dt="2025-10-14T14:10:03.419" v="11743" actId="20577"/>
        <pc:sldMkLst>
          <pc:docMk/>
          <pc:sldMk cId="2958127714" sldId="388"/>
        </pc:sldMkLst>
        <pc:spChg chg="add mod">
          <ac:chgData name="Hu, Jingyun" userId="bf3ca629-9a0a-4ae9-939d-a3921fca6f53" providerId="ADAL" clId="{75C60461-5F57-4A49-94C6-2E23CBB0190C}" dt="2025-10-14T14:10:03.419" v="11743" actId="20577"/>
          <ac:spMkLst>
            <pc:docMk/>
            <pc:sldMk cId="2958127714" sldId="388"/>
            <ac:spMk id="3" creationId="{350A39A2-27F6-BEF2-D1F7-36FB20443A10}"/>
          </ac:spMkLst>
        </pc:spChg>
      </pc:sldChg>
      <pc:sldChg chg="addSp delSp modSp new add del mod">
        <pc:chgData name="Hu, Jingyun" userId="bf3ca629-9a0a-4ae9-939d-a3921fca6f53" providerId="ADAL" clId="{75C60461-5F57-4A49-94C6-2E23CBB0190C}" dt="2025-10-14T14:59:08.695" v="12138" actId="1076"/>
        <pc:sldMkLst>
          <pc:docMk/>
          <pc:sldMk cId="260485218" sldId="413"/>
        </pc:sldMkLst>
        <pc:spChg chg="add del mod">
          <ac:chgData name="Hu, Jingyun" userId="bf3ca629-9a0a-4ae9-939d-a3921fca6f53" providerId="ADAL" clId="{75C60461-5F57-4A49-94C6-2E23CBB0190C}" dt="2025-10-13T13:46:04.723" v="10715" actId="478"/>
          <ac:spMkLst>
            <pc:docMk/>
            <pc:sldMk cId="260485218" sldId="413"/>
            <ac:spMk id="3" creationId="{B500B0C8-E343-1E19-35C3-E0A0D6AD2F07}"/>
          </ac:spMkLst>
        </pc:spChg>
        <pc:spChg chg="add mod">
          <ac:chgData name="Hu, Jingyun" userId="bf3ca629-9a0a-4ae9-939d-a3921fca6f53" providerId="ADAL" clId="{75C60461-5F57-4A49-94C6-2E23CBB0190C}" dt="2025-10-14T14:59:07.158" v="12137" actId="14100"/>
          <ac:spMkLst>
            <pc:docMk/>
            <pc:sldMk cId="260485218" sldId="413"/>
            <ac:spMk id="4" creationId="{96CA7F8A-2B98-A4A4-78C2-7171BC5EAE44}"/>
          </ac:spMkLst>
        </pc:spChg>
        <pc:spChg chg="add del mod">
          <ac:chgData name="Hu, Jingyun" userId="bf3ca629-9a0a-4ae9-939d-a3921fca6f53" providerId="ADAL" clId="{75C60461-5F57-4A49-94C6-2E23CBB0190C}" dt="2025-10-13T13:46:06.871" v="10716" actId="478"/>
          <ac:spMkLst>
            <pc:docMk/>
            <pc:sldMk cId="260485218" sldId="413"/>
            <ac:spMk id="5" creationId="{6630FED6-603A-E5F3-A891-4451B9C7BAA1}"/>
          </ac:spMkLst>
        </pc:spChg>
        <pc:picChg chg="add mod">
          <ac:chgData name="Hu, Jingyun" userId="bf3ca629-9a0a-4ae9-939d-a3921fca6f53" providerId="ADAL" clId="{75C60461-5F57-4A49-94C6-2E23CBB0190C}" dt="2025-10-14T14:59:08.695" v="12138" actId="1076"/>
          <ac:picMkLst>
            <pc:docMk/>
            <pc:sldMk cId="260485218" sldId="413"/>
            <ac:picMk id="6" creationId="{F6744206-CBBF-19DE-EB0B-F686F3CCF84A}"/>
          </ac:picMkLst>
        </pc:picChg>
      </pc:sldChg>
      <pc:sldChg chg="addSp modSp new del mod">
        <pc:chgData name="Hu, Jingyun" userId="bf3ca629-9a0a-4ae9-939d-a3921fca6f53" providerId="ADAL" clId="{75C60461-5F57-4A49-94C6-2E23CBB0190C}" dt="2025-10-13T14:13:56.191" v="10812" actId="47"/>
        <pc:sldMkLst>
          <pc:docMk/>
          <pc:sldMk cId="264523949" sldId="414"/>
        </pc:sldMkLst>
        <pc:spChg chg="add mod">
          <ac:chgData name="Hu, Jingyun" userId="bf3ca629-9a0a-4ae9-939d-a3921fca6f53" providerId="ADAL" clId="{75C60461-5F57-4A49-94C6-2E23CBB0190C}" dt="2025-10-13T13:53:53.105" v="10785" actId="1076"/>
          <ac:spMkLst>
            <pc:docMk/>
            <pc:sldMk cId="264523949" sldId="414"/>
            <ac:spMk id="4" creationId="{CD5485D4-F0A9-68BF-1517-BF1C7BFDD513}"/>
          </ac:spMkLst>
        </pc:spChg>
      </pc:sldChg>
      <pc:sldChg chg="addSp modSp new del mod">
        <pc:chgData name="Hu, Jingyun" userId="bf3ca629-9a0a-4ae9-939d-a3921fca6f53" providerId="ADAL" clId="{75C60461-5F57-4A49-94C6-2E23CBB0190C}" dt="2025-10-06T13:30:20.725" v="8713" actId="47"/>
        <pc:sldMkLst>
          <pc:docMk/>
          <pc:sldMk cId="2574205629" sldId="414"/>
        </pc:sldMkLst>
      </pc:sldChg>
      <pc:sldChg chg="addSp delSp modSp new del mod">
        <pc:chgData name="Hu, Jingyun" userId="bf3ca629-9a0a-4ae9-939d-a3921fca6f53" providerId="ADAL" clId="{75C60461-5F57-4A49-94C6-2E23CBB0190C}" dt="2025-10-13T13:46:12.122" v="10719" actId="47"/>
        <pc:sldMkLst>
          <pc:docMk/>
          <pc:sldMk cId="4100010138" sldId="414"/>
        </pc:sldMkLst>
      </pc:sldChg>
      <pc:sldChg chg="addSp modSp new del mod">
        <pc:chgData name="Hu, Jingyun" userId="bf3ca629-9a0a-4ae9-939d-a3921fca6f53" providerId="ADAL" clId="{75C60461-5F57-4A49-94C6-2E23CBB0190C}" dt="2025-10-13T13:46:13.058" v="10720" actId="47"/>
        <pc:sldMkLst>
          <pc:docMk/>
          <pc:sldMk cId="1746190775" sldId="415"/>
        </pc:sldMkLst>
      </pc:sldChg>
      <pc:sldChg chg="addSp modSp new del mod">
        <pc:chgData name="Hu, Jingyun" userId="bf3ca629-9a0a-4ae9-939d-a3921fca6f53" providerId="ADAL" clId="{75C60461-5F57-4A49-94C6-2E23CBB0190C}" dt="2025-10-06T13:30:21.346" v="8715" actId="47"/>
        <pc:sldMkLst>
          <pc:docMk/>
          <pc:sldMk cId="2211658630" sldId="415"/>
        </pc:sldMkLst>
      </pc:sldChg>
      <pc:sldChg chg="addSp modSp new del mod">
        <pc:chgData name="Hu, Jingyun" userId="bf3ca629-9a0a-4ae9-939d-a3921fca6f53" providerId="ADAL" clId="{75C60461-5F57-4A49-94C6-2E23CBB0190C}" dt="2025-10-13T13:46:13.674" v="10721" actId="47"/>
        <pc:sldMkLst>
          <pc:docMk/>
          <pc:sldMk cId="2820113759" sldId="416"/>
        </pc:sldMkLst>
      </pc:sldChg>
      <pc:sldChg chg="addSp modSp new del mod ord modAnim">
        <pc:chgData name="Hu, Jingyun" userId="bf3ca629-9a0a-4ae9-939d-a3921fca6f53" providerId="ADAL" clId="{75C60461-5F57-4A49-94C6-2E23CBB0190C}" dt="2025-10-06T13:30:21.091" v="8714" actId="47"/>
        <pc:sldMkLst>
          <pc:docMk/>
          <pc:sldMk cId="2920072633" sldId="416"/>
        </pc:sldMkLst>
      </pc:sldChg>
      <pc:sldChg chg="addSp delSp modSp new del mod addAnim delAnim modAnim">
        <pc:chgData name="Hu, Jingyun" userId="bf3ca629-9a0a-4ae9-939d-a3921fca6f53" providerId="ADAL" clId="{75C60461-5F57-4A49-94C6-2E23CBB0190C}" dt="2025-10-06T13:30:21.569" v="8716" actId="47"/>
        <pc:sldMkLst>
          <pc:docMk/>
          <pc:sldMk cId="2045459593" sldId="417"/>
        </pc:sldMkLst>
      </pc:sldChg>
      <pc:sldChg chg="addSp delSp modSp new del mod">
        <pc:chgData name="Hu, Jingyun" userId="bf3ca629-9a0a-4ae9-939d-a3921fca6f53" providerId="ADAL" clId="{75C60461-5F57-4A49-94C6-2E23CBB0190C}" dt="2025-10-13T13:46:13.890" v="10722" actId="47"/>
        <pc:sldMkLst>
          <pc:docMk/>
          <pc:sldMk cId="3705147020" sldId="417"/>
        </pc:sldMkLst>
      </pc:sldChg>
      <pc:sldChg chg="addSp delSp modSp new del mod">
        <pc:chgData name="Hu, Jingyun" userId="bf3ca629-9a0a-4ae9-939d-a3921fca6f53" providerId="ADAL" clId="{75C60461-5F57-4A49-94C6-2E23CBB0190C}" dt="2025-10-13T13:46:14.118" v="10723" actId="47"/>
        <pc:sldMkLst>
          <pc:docMk/>
          <pc:sldMk cId="12370547" sldId="418"/>
        </pc:sldMkLst>
      </pc:sldChg>
      <pc:sldChg chg="addSp modSp new del mod">
        <pc:chgData name="Hu, Jingyun" userId="bf3ca629-9a0a-4ae9-939d-a3921fca6f53" providerId="ADAL" clId="{75C60461-5F57-4A49-94C6-2E23CBB0190C}" dt="2025-10-06T13:30:21.775" v="8717" actId="47"/>
        <pc:sldMkLst>
          <pc:docMk/>
          <pc:sldMk cId="4277435257" sldId="418"/>
        </pc:sldMkLst>
      </pc:sldChg>
      <pc:sldChg chg="addSp delSp modSp new del mod delAnim modAnim">
        <pc:chgData name="Hu, Jingyun" userId="bf3ca629-9a0a-4ae9-939d-a3921fca6f53" providerId="ADAL" clId="{75C60461-5F57-4A49-94C6-2E23CBB0190C}" dt="2025-10-13T13:46:14.301" v="10724" actId="47"/>
        <pc:sldMkLst>
          <pc:docMk/>
          <pc:sldMk cId="837503613" sldId="419"/>
        </pc:sldMkLst>
      </pc:sldChg>
      <pc:sldChg chg="addSp modSp new del mod modAnim">
        <pc:chgData name="Hu, Jingyun" userId="bf3ca629-9a0a-4ae9-939d-a3921fca6f53" providerId="ADAL" clId="{75C60461-5F57-4A49-94C6-2E23CBB0190C}" dt="2025-10-06T13:30:21.981" v="8718" actId="47"/>
        <pc:sldMkLst>
          <pc:docMk/>
          <pc:sldMk cId="2134876673" sldId="419"/>
        </pc:sldMkLst>
      </pc:sldChg>
      <pc:sldChg chg="addSp delSp modSp new del mod delAnim modAnim">
        <pc:chgData name="Hu, Jingyun" userId="bf3ca629-9a0a-4ae9-939d-a3921fca6f53" providerId="ADAL" clId="{75C60461-5F57-4A49-94C6-2E23CBB0190C}" dt="2025-10-06T13:30:22.188" v="8719" actId="47"/>
        <pc:sldMkLst>
          <pc:docMk/>
          <pc:sldMk cId="253345693" sldId="420"/>
        </pc:sldMkLst>
      </pc:sldChg>
      <pc:sldChg chg="addSp modSp new del mod modAnim">
        <pc:chgData name="Hu, Jingyun" userId="bf3ca629-9a0a-4ae9-939d-a3921fca6f53" providerId="ADAL" clId="{75C60461-5F57-4A49-94C6-2E23CBB0190C}" dt="2025-10-13T13:46:14.631" v="10726" actId="47"/>
        <pc:sldMkLst>
          <pc:docMk/>
          <pc:sldMk cId="2942128753" sldId="420"/>
        </pc:sldMkLst>
      </pc:sldChg>
      <pc:sldChg chg="addSp modSp new del mod modAnim">
        <pc:chgData name="Hu, Jingyun" userId="bf3ca629-9a0a-4ae9-939d-a3921fca6f53" providerId="ADAL" clId="{75C60461-5F57-4A49-94C6-2E23CBB0190C}" dt="2025-10-13T13:46:14.823" v="10727" actId="47"/>
        <pc:sldMkLst>
          <pc:docMk/>
          <pc:sldMk cId="983496973" sldId="421"/>
        </pc:sldMkLst>
      </pc:sldChg>
      <pc:sldChg chg="addSp modSp new del mod">
        <pc:chgData name="Hu, Jingyun" userId="bf3ca629-9a0a-4ae9-939d-a3921fca6f53" providerId="ADAL" clId="{75C60461-5F57-4A49-94C6-2E23CBB0190C}" dt="2025-10-06T13:30:22.620" v="8721" actId="47"/>
        <pc:sldMkLst>
          <pc:docMk/>
          <pc:sldMk cId="984948397" sldId="421"/>
        </pc:sldMkLst>
      </pc:sldChg>
      <pc:sldChg chg="addSp modSp new del mod">
        <pc:chgData name="Hu, Jingyun" userId="bf3ca629-9a0a-4ae9-939d-a3921fca6f53" providerId="ADAL" clId="{75C60461-5F57-4A49-94C6-2E23CBB0190C}" dt="2025-10-06T13:30:22.808" v="8722" actId="47"/>
        <pc:sldMkLst>
          <pc:docMk/>
          <pc:sldMk cId="514839493" sldId="422"/>
        </pc:sldMkLst>
      </pc:sldChg>
      <pc:sldChg chg="addSp modSp new del mod">
        <pc:chgData name="Hu, Jingyun" userId="bf3ca629-9a0a-4ae9-939d-a3921fca6f53" providerId="ADAL" clId="{75C60461-5F57-4A49-94C6-2E23CBB0190C}" dt="2025-10-13T13:46:14.967" v="10728" actId="47"/>
        <pc:sldMkLst>
          <pc:docMk/>
          <pc:sldMk cId="2668235974" sldId="422"/>
        </pc:sldMkLst>
      </pc:sldChg>
      <pc:sldChg chg="addSp modSp new del mod modAnim">
        <pc:chgData name="Hu, Jingyun" userId="bf3ca629-9a0a-4ae9-939d-a3921fca6f53" providerId="ADAL" clId="{75C60461-5F57-4A49-94C6-2E23CBB0190C}" dt="2025-10-13T13:46:14.476" v="10725" actId="47"/>
        <pc:sldMkLst>
          <pc:docMk/>
          <pc:sldMk cId="1037331919" sldId="423"/>
        </pc:sldMkLst>
      </pc:sldChg>
      <pc:sldChg chg="addSp modSp new del mod">
        <pc:chgData name="Hu, Jingyun" userId="bf3ca629-9a0a-4ae9-939d-a3921fca6f53" providerId="ADAL" clId="{75C60461-5F57-4A49-94C6-2E23CBB0190C}" dt="2025-10-06T13:30:22.971" v="8723" actId="47"/>
        <pc:sldMkLst>
          <pc:docMk/>
          <pc:sldMk cId="2243309331" sldId="423"/>
        </pc:sldMkLst>
      </pc:sldChg>
      <pc:sldChg chg="addSp modSp new del mod modAnim">
        <pc:chgData name="Hu, Jingyun" userId="bf3ca629-9a0a-4ae9-939d-a3921fca6f53" providerId="ADAL" clId="{75C60461-5F57-4A49-94C6-2E23CBB0190C}" dt="2025-10-06T13:30:23.132" v="8724" actId="47"/>
        <pc:sldMkLst>
          <pc:docMk/>
          <pc:sldMk cId="376633716" sldId="424"/>
        </pc:sldMkLst>
      </pc:sldChg>
      <pc:sldChg chg="addSp modSp new del mod">
        <pc:chgData name="Hu, Jingyun" userId="bf3ca629-9a0a-4ae9-939d-a3921fca6f53" providerId="ADAL" clId="{75C60461-5F57-4A49-94C6-2E23CBB0190C}" dt="2025-10-13T13:46:15.098" v="10729" actId="47"/>
        <pc:sldMkLst>
          <pc:docMk/>
          <pc:sldMk cId="3696717078" sldId="424"/>
        </pc:sldMkLst>
      </pc:sldChg>
      <pc:sldChg chg="addSp modSp new del mod">
        <pc:chgData name="Hu, Jingyun" userId="bf3ca629-9a0a-4ae9-939d-a3921fca6f53" providerId="ADAL" clId="{75C60461-5F57-4A49-94C6-2E23CBB0190C}" dt="2025-10-13T13:46:15.281" v="10730" actId="47"/>
        <pc:sldMkLst>
          <pc:docMk/>
          <pc:sldMk cId="332538852" sldId="425"/>
        </pc:sldMkLst>
      </pc:sldChg>
      <pc:sldChg chg="addSp modSp new del mod modAnim">
        <pc:chgData name="Hu, Jingyun" userId="bf3ca629-9a0a-4ae9-939d-a3921fca6f53" providerId="ADAL" clId="{75C60461-5F57-4A49-94C6-2E23CBB0190C}" dt="2025-10-06T13:30:23.290" v="8725" actId="47"/>
        <pc:sldMkLst>
          <pc:docMk/>
          <pc:sldMk cId="3672219532" sldId="425"/>
        </pc:sldMkLst>
      </pc:sldChg>
      <pc:sldChg chg="addSp modSp new del mod ord">
        <pc:chgData name="Hu, Jingyun" userId="bf3ca629-9a0a-4ae9-939d-a3921fca6f53" providerId="ADAL" clId="{75C60461-5F57-4A49-94C6-2E23CBB0190C}" dt="2025-10-06T13:30:23.688" v="8727" actId="47"/>
        <pc:sldMkLst>
          <pc:docMk/>
          <pc:sldMk cId="2527859281" sldId="426"/>
        </pc:sldMkLst>
      </pc:sldChg>
      <pc:sldChg chg="addSp modSp new del mod modAnim">
        <pc:chgData name="Hu, Jingyun" userId="bf3ca629-9a0a-4ae9-939d-a3921fca6f53" providerId="ADAL" clId="{75C60461-5F57-4A49-94C6-2E23CBB0190C}" dt="2025-10-13T13:46:15.550" v="10731" actId="47"/>
        <pc:sldMkLst>
          <pc:docMk/>
          <pc:sldMk cId="3648094922" sldId="426"/>
        </pc:sldMkLst>
      </pc:sldChg>
      <pc:sldChg chg="addSp delSp modSp new del mod">
        <pc:chgData name="Hu, Jingyun" userId="bf3ca629-9a0a-4ae9-939d-a3921fca6f53" providerId="ADAL" clId="{75C60461-5F57-4A49-94C6-2E23CBB0190C}" dt="2025-10-13T13:46:15.746" v="10732" actId="47"/>
        <pc:sldMkLst>
          <pc:docMk/>
          <pc:sldMk cId="45292590" sldId="427"/>
        </pc:sldMkLst>
      </pc:sldChg>
      <pc:sldChg chg="addSp modSp new del mod modAnim">
        <pc:chgData name="Hu, Jingyun" userId="bf3ca629-9a0a-4ae9-939d-a3921fca6f53" providerId="ADAL" clId="{75C60461-5F57-4A49-94C6-2E23CBB0190C}" dt="2025-10-06T13:30:23.481" v="8726" actId="47"/>
        <pc:sldMkLst>
          <pc:docMk/>
          <pc:sldMk cId="1579239980" sldId="427"/>
        </pc:sldMkLst>
      </pc:sldChg>
      <pc:sldChg chg="addSp delSp modSp new del mod delAnim modAnim">
        <pc:chgData name="Hu, Jingyun" userId="bf3ca629-9a0a-4ae9-939d-a3921fca6f53" providerId="ADAL" clId="{75C60461-5F57-4A49-94C6-2E23CBB0190C}" dt="2025-10-13T13:46:15.927" v="10733" actId="47"/>
        <pc:sldMkLst>
          <pc:docMk/>
          <pc:sldMk cId="3801073783" sldId="428"/>
        </pc:sldMkLst>
      </pc:sldChg>
      <pc:sldChg chg="addSp delSp modSp new del mod">
        <pc:chgData name="Hu, Jingyun" userId="bf3ca629-9a0a-4ae9-939d-a3921fca6f53" providerId="ADAL" clId="{75C60461-5F57-4A49-94C6-2E23CBB0190C}" dt="2025-10-06T13:30:23.881" v="8728" actId="47"/>
        <pc:sldMkLst>
          <pc:docMk/>
          <pc:sldMk cId="3925262387" sldId="428"/>
        </pc:sldMkLst>
      </pc:sldChg>
      <pc:sldChg chg="addSp modSp new del mod modAnim">
        <pc:chgData name="Hu, Jingyun" userId="bf3ca629-9a0a-4ae9-939d-a3921fca6f53" providerId="ADAL" clId="{75C60461-5F57-4A49-94C6-2E23CBB0190C}" dt="2025-10-06T13:30:24.041" v="8729" actId="47"/>
        <pc:sldMkLst>
          <pc:docMk/>
          <pc:sldMk cId="515487435" sldId="429"/>
        </pc:sldMkLst>
      </pc:sldChg>
      <pc:sldChg chg="addSp modSp new del mod modAnim">
        <pc:chgData name="Hu, Jingyun" userId="bf3ca629-9a0a-4ae9-939d-a3921fca6f53" providerId="ADAL" clId="{75C60461-5F57-4A49-94C6-2E23CBB0190C}" dt="2025-10-13T13:46:16.098" v="10734" actId="47"/>
        <pc:sldMkLst>
          <pc:docMk/>
          <pc:sldMk cId="1705717331" sldId="429"/>
        </pc:sldMkLst>
      </pc:sldChg>
      <pc:sldChg chg="addSp delSp modSp new del mod delAnim modAnim">
        <pc:chgData name="Hu, Jingyun" userId="bf3ca629-9a0a-4ae9-939d-a3921fca6f53" providerId="ADAL" clId="{75C60461-5F57-4A49-94C6-2E23CBB0190C}" dt="2025-10-06T13:30:24.202" v="8730" actId="47"/>
        <pc:sldMkLst>
          <pc:docMk/>
          <pc:sldMk cId="30346350" sldId="430"/>
        </pc:sldMkLst>
      </pc:sldChg>
      <pc:sldChg chg="addSp modSp new del mod modAnim">
        <pc:chgData name="Hu, Jingyun" userId="bf3ca629-9a0a-4ae9-939d-a3921fca6f53" providerId="ADAL" clId="{75C60461-5F57-4A49-94C6-2E23CBB0190C}" dt="2025-10-13T13:46:16.286" v="10735" actId="47"/>
        <pc:sldMkLst>
          <pc:docMk/>
          <pc:sldMk cId="2084613402" sldId="430"/>
        </pc:sldMkLst>
      </pc:sldChg>
      <pc:sldChg chg="addSp modSp new del mod modAnim">
        <pc:chgData name="Hu, Jingyun" userId="bf3ca629-9a0a-4ae9-939d-a3921fca6f53" providerId="ADAL" clId="{75C60461-5F57-4A49-94C6-2E23CBB0190C}" dt="2025-10-06T13:30:24.346" v="8731" actId="47"/>
        <pc:sldMkLst>
          <pc:docMk/>
          <pc:sldMk cId="563899377" sldId="431"/>
        </pc:sldMkLst>
      </pc:sldChg>
      <pc:sldChg chg="addSp modSp new del mod">
        <pc:chgData name="Hu, Jingyun" userId="bf3ca629-9a0a-4ae9-939d-a3921fca6f53" providerId="ADAL" clId="{75C60461-5F57-4A49-94C6-2E23CBB0190C}" dt="2025-10-13T13:46:16.459" v="10736" actId="47"/>
        <pc:sldMkLst>
          <pc:docMk/>
          <pc:sldMk cId="2126179184" sldId="431"/>
        </pc:sldMkLst>
      </pc:sldChg>
      <pc:sldChg chg="addSp modSp new del mod modAnim">
        <pc:chgData name="Hu, Jingyun" userId="bf3ca629-9a0a-4ae9-939d-a3921fca6f53" providerId="ADAL" clId="{75C60461-5F57-4A49-94C6-2E23CBB0190C}" dt="2025-10-06T13:30:24.524" v="8732" actId="47"/>
        <pc:sldMkLst>
          <pc:docMk/>
          <pc:sldMk cId="1477405433" sldId="432"/>
        </pc:sldMkLst>
      </pc:sldChg>
      <pc:sldChg chg="addSp modSp new del mod modAnim">
        <pc:chgData name="Hu, Jingyun" userId="bf3ca629-9a0a-4ae9-939d-a3921fca6f53" providerId="ADAL" clId="{75C60461-5F57-4A49-94C6-2E23CBB0190C}" dt="2025-10-13T13:46:16.636" v="10737" actId="47"/>
        <pc:sldMkLst>
          <pc:docMk/>
          <pc:sldMk cId="1909883652" sldId="432"/>
        </pc:sldMkLst>
      </pc:sldChg>
      <pc:sldChg chg="addSp modSp new del mod modAnim">
        <pc:chgData name="Hu, Jingyun" userId="bf3ca629-9a0a-4ae9-939d-a3921fca6f53" providerId="ADAL" clId="{75C60461-5F57-4A49-94C6-2E23CBB0190C}" dt="2025-10-13T13:46:16.795" v="10738" actId="47"/>
        <pc:sldMkLst>
          <pc:docMk/>
          <pc:sldMk cId="419090833" sldId="433"/>
        </pc:sldMkLst>
      </pc:sldChg>
      <pc:sldChg chg="addSp delSp modSp new del mod">
        <pc:chgData name="Hu, Jingyun" userId="bf3ca629-9a0a-4ae9-939d-a3921fca6f53" providerId="ADAL" clId="{75C60461-5F57-4A49-94C6-2E23CBB0190C}" dt="2025-10-06T13:30:24.728" v="8733" actId="47"/>
        <pc:sldMkLst>
          <pc:docMk/>
          <pc:sldMk cId="3747301828" sldId="433"/>
        </pc:sldMkLst>
      </pc:sldChg>
      <pc:sldChg chg="addSp delSp modSp new del mod delAnim modAnim">
        <pc:chgData name="Hu, Jingyun" userId="bf3ca629-9a0a-4ae9-939d-a3921fca6f53" providerId="ADAL" clId="{75C60461-5F57-4A49-94C6-2E23CBB0190C}" dt="2025-10-06T13:30:25.928" v="8739" actId="47"/>
        <pc:sldMkLst>
          <pc:docMk/>
          <pc:sldMk cId="1180384150" sldId="434"/>
        </pc:sldMkLst>
      </pc:sldChg>
      <pc:sldChg chg="addSp modSp new del mod">
        <pc:chgData name="Hu, Jingyun" userId="bf3ca629-9a0a-4ae9-939d-a3921fca6f53" providerId="ADAL" clId="{75C60461-5F57-4A49-94C6-2E23CBB0190C}" dt="2025-10-13T13:46:17.040" v="10739" actId="47"/>
        <pc:sldMkLst>
          <pc:docMk/>
          <pc:sldMk cId="2827842301" sldId="434"/>
        </pc:sldMkLst>
      </pc:sldChg>
      <pc:sldChg chg="addSp modSp new del mod ord">
        <pc:chgData name="Hu, Jingyun" userId="bf3ca629-9a0a-4ae9-939d-a3921fca6f53" providerId="ADAL" clId="{75C60461-5F57-4A49-94C6-2E23CBB0190C}" dt="2025-10-06T13:30:25.063" v="8735" actId="47"/>
        <pc:sldMkLst>
          <pc:docMk/>
          <pc:sldMk cId="430852624" sldId="435"/>
        </pc:sldMkLst>
      </pc:sldChg>
      <pc:sldChg chg="addSp modSp new del mod">
        <pc:chgData name="Hu, Jingyun" userId="bf3ca629-9a0a-4ae9-939d-a3921fca6f53" providerId="ADAL" clId="{75C60461-5F57-4A49-94C6-2E23CBB0190C}" dt="2025-10-13T13:46:17.266" v="10740" actId="47"/>
        <pc:sldMkLst>
          <pc:docMk/>
          <pc:sldMk cId="898501225" sldId="435"/>
        </pc:sldMkLst>
      </pc:sldChg>
      <pc:sldChg chg="addSp delSp modSp new del mod">
        <pc:chgData name="Hu, Jingyun" userId="bf3ca629-9a0a-4ae9-939d-a3921fca6f53" providerId="ADAL" clId="{75C60461-5F57-4A49-94C6-2E23CBB0190C}" dt="2025-10-06T13:30:25.158" v="8736" actId="47"/>
        <pc:sldMkLst>
          <pc:docMk/>
          <pc:sldMk cId="223874955" sldId="436"/>
        </pc:sldMkLst>
      </pc:sldChg>
      <pc:sldChg chg="addSp modSp new del mod">
        <pc:chgData name="Hu, Jingyun" userId="bf3ca629-9a0a-4ae9-939d-a3921fca6f53" providerId="ADAL" clId="{75C60461-5F57-4A49-94C6-2E23CBB0190C}" dt="2025-10-13T13:46:17.448" v="10741" actId="47"/>
        <pc:sldMkLst>
          <pc:docMk/>
          <pc:sldMk cId="2127961342" sldId="436"/>
        </pc:sldMkLst>
      </pc:sldChg>
      <pc:sldChg chg="addSp modSp new del mod">
        <pc:chgData name="Hu, Jingyun" userId="bf3ca629-9a0a-4ae9-939d-a3921fca6f53" providerId="ADAL" clId="{75C60461-5F57-4A49-94C6-2E23CBB0190C}" dt="2025-10-13T13:46:17.626" v="10742" actId="47"/>
        <pc:sldMkLst>
          <pc:docMk/>
          <pc:sldMk cId="304292300" sldId="437"/>
        </pc:sldMkLst>
      </pc:sldChg>
      <pc:sldChg chg="addSp modSp new del mod modAnim">
        <pc:chgData name="Hu, Jingyun" userId="bf3ca629-9a0a-4ae9-939d-a3921fca6f53" providerId="ADAL" clId="{75C60461-5F57-4A49-94C6-2E23CBB0190C}" dt="2025-10-06T13:30:25.333" v="8737" actId="47"/>
        <pc:sldMkLst>
          <pc:docMk/>
          <pc:sldMk cId="1736471090" sldId="437"/>
        </pc:sldMkLst>
      </pc:sldChg>
      <pc:sldChg chg="addSp modSp new del mod">
        <pc:chgData name="Hu, Jingyun" userId="bf3ca629-9a0a-4ae9-939d-a3921fca6f53" providerId="ADAL" clId="{75C60461-5F57-4A49-94C6-2E23CBB0190C}" dt="2025-10-13T13:46:17.728" v="10743" actId="47"/>
        <pc:sldMkLst>
          <pc:docMk/>
          <pc:sldMk cId="829621874" sldId="438"/>
        </pc:sldMkLst>
      </pc:sldChg>
      <pc:sldChg chg="addSp modSp new del mod modAnim">
        <pc:chgData name="Hu, Jingyun" userId="bf3ca629-9a0a-4ae9-939d-a3921fca6f53" providerId="ADAL" clId="{75C60461-5F57-4A49-94C6-2E23CBB0190C}" dt="2025-10-06T13:30:25.669" v="8738" actId="47"/>
        <pc:sldMkLst>
          <pc:docMk/>
          <pc:sldMk cId="1718494113" sldId="438"/>
        </pc:sldMkLst>
      </pc:sldChg>
      <pc:sldChg chg="addSp modSp new del mod">
        <pc:chgData name="Hu, Jingyun" userId="bf3ca629-9a0a-4ae9-939d-a3921fca6f53" providerId="ADAL" clId="{75C60461-5F57-4A49-94C6-2E23CBB0190C}" dt="2025-10-13T13:46:17.941" v="10744" actId="47"/>
        <pc:sldMkLst>
          <pc:docMk/>
          <pc:sldMk cId="1858899103" sldId="439"/>
        </pc:sldMkLst>
      </pc:sldChg>
      <pc:sldChg chg="addSp modSp new del mod">
        <pc:chgData name="Hu, Jingyun" userId="bf3ca629-9a0a-4ae9-939d-a3921fca6f53" providerId="ADAL" clId="{75C60461-5F57-4A49-94C6-2E23CBB0190C}" dt="2025-10-06T13:30:26.149" v="8740" actId="47"/>
        <pc:sldMkLst>
          <pc:docMk/>
          <pc:sldMk cId="3735001247" sldId="439"/>
        </pc:sldMkLst>
      </pc:sldChg>
      <pc:sldChg chg="addSp delSp modSp new del mod modAnim">
        <pc:chgData name="Hu, Jingyun" userId="bf3ca629-9a0a-4ae9-939d-a3921fca6f53" providerId="ADAL" clId="{75C60461-5F57-4A49-94C6-2E23CBB0190C}" dt="2025-10-13T13:46:18.157" v="10745" actId="47"/>
        <pc:sldMkLst>
          <pc:docMk/>
          <pc:sldMk cId="489853303" sldId="440"/>
        </pc:sldMkLst>
      </pc:sldChg>
      <pc:sldChg chg="addSp modSp new del mod">
        <pc:chgData name="Hu, Jingyun" userId="bf3ca629-9a0a-4ae9-939d-a3921fca6f53" providerId="ADAL" clId="{75C60461-5F57-4A49-94C6-2E23CBB0190C}" dt="2025-10-13T13:46:18.343" v="10746" actId="47"/>
        <pc:sldMkLst>
          <pc:docMk/>
          <pc:sldMk cId="319218102" sldId="441"/>
        </pc:sldMkLst>
      </pc:sldChg>
      <pc:sldChg chg="addSp modSp new del mod modClrScheme chgLayout">
        <pc:chgData name="Hu, Jingyun" userId="bf3ca629-9a0a-4ae9-939d-a3921fca6f53" providerId="ADAL" clId="{75C60461-5F57-4A49-94C6-2E23CBB0190C}" dt="2025-10-13T13:46:18.601" v="10747" actId="47"/>
        <pc:sldMkLst>
          <pc:docMk/>
          <pc:sldMk cId="1526054857" sldId="442"/>
        </pc:sldMkLst>
      </pc:sldChg>
      <pc:sldChg chg="addSp delSp modSp new del mod">
        <pc:chgData name="Hu, Jingyun" userId="bf3ca629-9a0a-4ae9-939d-a3921fca6f53" providerId="ADAL" clId="{75C60461-5F57-4A49-94C6-2E23CBB0190C}" dt="2025-10-06T13:30:04.820" v="8705" actId="47"/>
        <pc:sldMkLst>
          <pc:docMk/>
          <pc:sldMk cId="3286279993" sldId="442"/>
        </pc:sldMkLst>
      </pc:sldChg>
      <pc:sldChg chg="addSp modSp new del mod ord modClrScheme chgLayout">
        <pc:chgData name="Hu, Jingyun" userId="bf3ca629-9a0a-4ae9-939d-a3921fca6f53" providerId="ADAL" clId="{75C60461-5F57-4A49-94C6-2E23CBB0190C}" dt="2025-10-06T13:30:05.651" v="8706" actId="47"/>
        <pc:sldMkLst>
          <pc:docMk/>
          <pc:sldMk cId="2335261366" sldId="443"/>
        </pc:sldMkLst>
      </pc:sldChg>
      <pc:sldChg chg="addSp delSp modSp new del mod delAnim modAnim">
        <pc:chgData name="Hu, Jingyun" userId="bf3ca629-9a0a-4ae9-939d-a3921fca6f53" providerId="ADAL" clId="{75C60461-5F57-4A49-94C6-2E23CBB0190C}" dt="2025-10-13T13:46:18.791" v="10748" actId="47"/>
        <pc:sldMkLst>
          <pc:docMk/>
          <pc:sldMk cId="3973879240" sldId="443"/>
        </pc:sldMkLst>
      </pc:sldChg>
      <pc:sldChg chg="addSp modSp new del mod modAnim">
        <pc:chgData name="Hu, Jingyun" userId="bf3ca629-9a0a-4ae9-939d-a3921fca6f53" providerId="ADAL" clId="{75C60461-5F57-4A49-94C6-2E23CBB0190C}" dt="2025-10-13T13:46:18.980" v="10749" actId="47"/>
        <pc:sldMkLst>
          <pc:docMk/>
          <pc:sldMk cId="890166786" sldId="444"/>
        </pc:sldMkLst>
      </pc:sldChg>
      <pc:sldChg chg="addSp delSp modSp new del mod delAnim modAnim">
        <pc:chgData name="Hu, Jingyun" userId="bf3ca629-9a0a-4ae9-939d-a3921fca6f53" providerId="ADAL" clId="{75C60461-5F57-4A49-94C6-2E23CBB0190C}" dt="2025-10-06T13:30:19.562" v="8710" actId="47"/>
        <pc:sldMkLst>
          <pc:docMk/>
          <pc:sldMk cId="2733120037" sldId="444"/>
        </pc:sldMkLst>
      </pc:sldChg>
      <pc:sldChg chg="addSp modSp new del mod">
        <pc:chgData name="Hu, Jingyun" userId="bf3ca629-9a0a-4ae9-939d-a3921fca6f53" providerId="ADAL" clId="{75C60461-5F57-4A49-94C6-2E23CBB0190C}" dt="2025-10-06T13:30:19.978" v="8711" actId="47"/>
        <pc:sldMkLst>
          <pc:docMk/>
          <pc:sldMk cId="223530629" sldId="445"/>
        </pc:sldMkLst>
      </pc:sldChg>
      <pc:sldChg chg="addSp modSp new del mod">
        <pc:chgData name="Hu, Jingyun" userId="bf3ca629-9a0a-4ae9-939d-a3921fca6f53" providerId="ADAL" clId="{75C60461-5F57-4A49-94C6-2E23CBB0190C}" dt="2025-10-13T13:46:19.182" v="10750" actId="47"/>
        <pc:sldMkLst>
          <pc:docMk/>
          <pc:sldMk cId="1161910678" sldId="445"/>
        </pc:sldMkLst>
      </pc:sldChg>
      <pc:sldChg chg="addSp modSp new del mod">
        <pc:chgData name="Hu, Jingyun" userId="bf3ca629-9a0a-4ae9-939d-a3921fca6f53" providerId="ADAL" clId="{75C60461-5F57-4A49-94C6-2E23CBB0190C}" dt="2025-10-06T13:30:20.406" v="8712" actId="47"/>
        <pc:sldMkLst>
          <pc:docMk/>
          <pc:sldMk cId="674158392" sldId="446"/>
        </pc:sldMkLst>
      </pc:sldChg>
      <pc:sldChg chg="addSp modSp new del mod">
        <pc:chgData name="Hu, Jingyun" userId="bf3ca629-9a0a-4ae9-939d-a3921fca6f53" providerId="ADAL" clId="{75C60461-5F57-4A49-94C6-2E23CBB0190C}" dt="2025-10-13T13:46:19.352" v="10751" actId="47"/>
        <pc:sldMkLst>
          <pc:docMk/>
          <pc:sldMk cId="3500804786" sldId="446"/>
        </pc:sldMkLst>
      </pc:sldChg>
      <pc:sldChg chg="addSp modSp new del mod">
        <pc:chgData name="Hu, Jingyun" userId="bf3ca629-9a0a-4ae9-939d-a3921fca6f53" providerId="ADAL" clId="{75C60461-5F57-4A49-94C6-2E23CBB0190C}" dt="2025-10-13T13:46:19.678" v="10752" actId="47"/>
        <pc:sldMkLst>
          <pc:docMk/>
          <pc:sldMk cId="3670053123" sldId="447"/>
        </pc:sldMkLst>
      </pc:sldChg>
      <pc:sldChg chg="modSp add del mod">
        <pc:chgData name="Hu, Jingyun" userId="bf3ca629-9a0a-4ae9-939d-a3921fca6f53" providerId="ADAL" clId="{75C60461-5F57-4A49-94C6-2E23CBB0190C}" dt="2025-10-06T13:30:22.420" v="8720" actId="47"/>
        <pc:sldMkLst>
          <pc:docMk/>
          <pc:sldMk cId="3741408322" sldId="447"/>
        </pc:sldMkLst>
      </pc:sldChg>
      <pc:sldChg chg="addSp modSp new del mod">
        <pc:chgData name="Hu, Jingyun" userId="bf3ca629-9a0a-4ae9-939d-a3921fca6f53" providerId="ADAL" clId="{75C60461-5F57-4A49-94C6-2E23CBB0190C}" dt="2025-10-13T13:46:19.871" v="10753" actId="47"/>
        <pc:sldMkLst>
          <pc:docMk/>
          <pc:sldMk cId="332816717" sldId="448"/>
        </pc:sldMkLst>
      </pc:sldChg>
      <pc:sldChg chg="addSp modSp new del mod">
        <pc:chgData name="Hu, Jingyun" userId="bf3ca629-9a0a-4ae9-939d-a3921fca6f53" providerId="ADAL" clId="{75C60461-5F57-4A49-94C6-2E23CBB0190C}" dt="2025-10-06T13:30:24.888" v="8734" actId="47"/>
        <pc:sldMkLst>
          <pc:docMk/>
          <pc:sldMk cId="1082343101" sldId="448"/>
        </pc:sldMkLst>
      </pc:sldChg>
      <pc:sldChg chg="addSp modSp new del mod">
        <pc:chgData name="Hu, Jingyun" userId="bf3ca629-9a0a-4ae9-939d-a3921fca6f53" providerId="ADAL" clId="{75C60461-5F57-4A49-94C6-2E23CBB0190C}" dt="2025-10-13T13:46:20.061" v="10754" actId="47"/>
        <pc:sldMkLst>
          <pc:docMk/>
          <pc:sldMk cId="3777129979" sldId="449"/>
        </pc:sldMkLst>
      </pc:sldChg>
      <pc:sldChg chg="addSp modSp new del mod">
        <pc:chgData name="Hu, Jingyun" userId="bf3ca629-9a0a-4ae9-939d-a3921fca6f53" providerId="ADAL" clId="{75C60461-5F57-4A49-94C6-2E23CBB0190C}" dt="2025-10-13T13:46:20.350" v="10755" actId="47"/>
        <pc:sldMkLst>
          <pc:docMk/>
          <pc:sldMk cId="2832026254" sldId="450"/>
        </pc:sldMkLst>
      </pc:sldChg>
      <pc:sldChg chg="addSp delSp modSp new del mod">
        <pc:chgData name="Hu, Jingyun" userId="bf3ca629-9a0a-4ae9-939d-a3921fca6f53" providerId="ADAL" clId="{75C60461-5F57-4A49-94C6-2E23CBB0190C}" dt="2025-10-13T13:46:20.595" v="10756" actId="47"/>
        <pc:sldMkLst>
          <pc:docMk/>
          <pc:sldMk cId="3063328834" sldId="451"/>
        </pc:sldMkLst>
      </pc:sldChg>
      <pc:sldChg chg="addSp delSp modSp new del mod delAnim modAnim">
        <pc:chgData name="Hu, Jingyun" userId="bf3ca629-9a0a-4ae9-939d-a3921fca6f53" providerId="ADAL" clId="{75C60461-5F57-4A49-94C6-2E23CBB0190C}" dt="2025-10-13T13:46:11.580" v="10718" actId="47"/>
        <pc:sldMkLst>
          <pc:docMk/>
          <pc:sldMk cId="3385431299" sldId="452"/>
        </pc:sldMkLst>
        <pc:picChg chg="add del mod">
          <ac:chgData name="Hu, Jingyun" userId="bf3ca629-9a0a-4ae9-939d-a3921fca6f53" providerId="ADAL" clId="{75C60461-5F57-4A49-94C6-2E23CBB0190C}" dt="2025-10-13T13:46:08.892" v="10717" actId="478"/>
          <ac:picMkLst>
            <pc:docMk/>
            <pc:sldMk cId="3385431299" sldId="452"/>
            <ac:picMk id="3" creationId="{DD256AA1-C260-CC2C-B823-86BF12E5A498}"/>
          </ac:picMkLst>
        </pc:picChg>
      </pc:sldChg>
      <pc:sldChg chg="addSp delSp modSp add mod">
        <pc:chgData name="Hu, Jingyun" userId="bf3ca629-9a0a-4ae9-939d-a3921fca6f53" providerId="ADAL" clId="{75C60461-5F57-4A49-94C6-2E23CBB0190C}" dt="2025-10-14T15:10:19.179" v="12147" actId="403"/>
        <pc:sldMkLst>
          <pc:docMk/>
          <pc:sldMk cId="2870204772" sldId="638"/>
        </pc:sldMkLst>
        <pc:spChg chg="del">
          <ac:chgData name="Hu, Jingyun" userId="bf3ca629-9a0a-4ae9-939d-a3921fca6f53" providerId="ADAL" clId="{75C60461-5F57-4A49-94C6-2E23CBB0190C}" dt="2025-10-13T14:13:29.625" v="10787" actId="478"/>
          <ac:spMkLst>
            <pc:docMk/>
            <pc:sldMk cId="2870204772" sldId="638"/>
            <ac:spMk id="2" creationId="{CBC1C6E7-9C26-4437-998E-E435A6F71DDE}"/>
          </ac:spMkLst>
        </pc:spChg>
        <pc:spChg chg="add mod">
          <ac:chgData name="Hu, Jingyun" userId="bf3ca629-9a0a-4ae9-939d-a3921fca6f53" providerId="ADAL" clId="{75C60461-5F57-4A49-94C6-2E23CBB0190C}" dt="2025-10-14T15:10:19.179" v="12147" actId="403"/>
          <ac:spMkLst>
            <pc:docMk/>
            <pc:sldMk cId="2870204772" sldId="638"/>
            <ac:spMk id="3" creationId="{CF89E62E-A16C-49FB-5EF4-6D9544B71116}"/>
          </ac:spMkLst>
        </pc:spChg>
        <pc:spChg chg="add del mod">
          <ac:chgData name="Hu, Jingyun" userId="bf3ca629-9a0a-4ae9-939d-a3921fca6f53" providerId="ADAL" clId="{75C60461-5F57-4A49-94C6-2E23CBB0190C}" dt="2025-10-13T14:13:31.885" v="10788" actId="478"/>
          <ac:spMkLst>
            <pc:docMk/>
            <pc:sldMk cId="2870204772" sldId="638"/>
            <ac:spMk id="4" creationId="{B013DF9C-7C6A-C5EC-66E3-80E4D2F0653A}"/>
          </ac:spMkLst>
        </pc:spChg>
        <pc:spChg chg="add mod">
          <ac:chgData name="Hu, Jingyun" userId="bf3ca629-9a0a-4ae9-939d-a3921fca6f53" providerId="ADAL" clId="{75C60461-5F57-4A49-94C6-2E23CBB0190C}" dt="2025-10-13T14:16:38.218" v="10853" actId="20577"/>
          <ac:spMkLst>
            <pc:docMk/>
            <pc:sldMk cId="2870204772" sldId="638"/>
            <ac:spMk id="5" creationId="{ECA1E3EF-CDDC-9684-5117-FBFCBEF07441}"/>
          </ac:spMkLst>
        </pc:spChg>
        <pc:spChg chg="mod">
          <ac:chgData name="Hu, Jingyun" userId="bf3ca629-9a0a-4ae9-939d-a3921fca6f53" providerId="ADAL" clId="{75C60461-5F57-4A49-94C6-2E23CBB0190C}" dt="2025-10-13T14:13:52.644" v="10811" actId="1036"/>
          <ac:spMkLst>
            <pc:docMk/>
            <pc:sldMk cId="2870204772" sldId="638"/>
            <ac:spMk id="7" creationId="{67B58FFA-BB5D-4668-984A-4FFB11870DA7}"/>
          </ac:spMkLst>
        </pc:spChg>
        <pc:spChg chg="mod">
          <ac:chgData name="Hu, Jingyun" userId="bf3ca629-9a0a-4ae9-939d-a3921fca6f53" providerId="ADAL" clId="{75C60461-5F57-4A49-94C6-2E23CBB0190C}" dt="2025-10-13T14:13:52.644" v="10811" actId="1036"/>
          <ac:spMkLst>
            <pc:docMk/>
            <pc:sldMk cId="2870204772" sldId="638"/>
            <ac:spMk id="8" creationId="{FC330DC9-C4D5-4BB5-BC54-C574FB9A4B7E}"/>
          </ac:spMkLst>
        </pc:spChg>
        <pc:spChg chg="mod">
          <ac:chgData name="Hu, Jingyun" userId="bf3ca629-9a0a-4ae9-939d-a3921fca6f53" providerId="ADAL" clId="{75C60461-5F57-4A49-94C6-2E23CBB0190C}" dt="2025-10-13T14:13:52.644" v="10811" actId="1036"/>
          <ac:spMkLst>
            <pc:docMk/>
            <pc:sldMk cId="2870204772" sldId="638"/>
            <ac:spMk id="9" creationId="{EB6EC474-1A83-4070-B7AE-8681599F9AF4}"/>
          </ac:spMkLst>
        </pc:spChg>
        <pc:spChg chg="mod">
          <ac:chgData name="Hu, Jingyun" userId="bf3ca629-9a0a-4ae9-939d-a3921fca6f53" providerId="ADAL" clId="{75C60461-5F57-4A49-94C6-2E23CBB0190C}" dt="2025-10-13T14:13:52.644" v="10811" actId="1036"/>
          <ac:spMkLst>
            <pc:docMk/>
            <pc:sldMk cId="2870204772" sldId="638"/>
            <ac:spMk id="10" creationId="{9DF2095A-31BB-4928-AA71-30B28BDA234B}"/>
          </ac:spMkLst>
        </pc:spChg>
        <pc:spChg chg="mod">
          <ac:chgData name="Hu, Jingyun" userId="bf3ca629-9a0a-4ae9-939d-a3921fca6f53" providerId="ADAL" clId="{75C60461-5F57-4A49-94C6-2E23CBB0190C}" dt="2025-10-13T14:13:52.644" v="10811" actId="1036"/>
          <ac:spMkLst>
            <pc:docMk/>
            <pc:sldMk cId="2870204772" sldId="638"/>
            <ac:spMk id="11" creationId="{303535B2-0900-4575-B925-E915CCA8DB37}"/>
          </ac:spMkLst>
        </pc:spChg>
        <pc:spChg chg="mod">
          <ac:chgData name="Hu, Jingyun" userId="bf3ca629-9a0a-4ae9-939d-a3921fca6f53" providerId="ADAL" clId="{75C60461-5F57-4A49-94C6-2E23CBB0190C}" dt="2025-10-13T14:13:52.644" v="10811" actId="1036"/>
          <ac:spMkLst>
            <pc:docMk/>
            <pc:sldMk cId="2870204772" sldId="638"/>
            <ac:spMk id="12" creationId="{982BFEE3-2641-4236-BE23-3A2A17615EE0}"/>
          </ac:spMkLst>
        </pc:spChg>
      </pc:sldChg>
      <pc:sldChg chg="addSp delSp modSp add mod">
        <pc:chgData name="Hu, Jingyun" userId="bf3ca629-9a0a-4ae9-939d-a3921fca6f53" providerId="ADAL" clId="{75C60461-5F57-4A49-94C6-2E23CBB0190C}" dt="2025-10-13T14:15:44.654" v="10849" actId="1076"/>
        <pc:sldMkLst>
          <pc:docMk/>
          <pc:sldMk cId="473072774" sldId="639"/>
        </pc:sldMkLst>
        <pc:spChg chg="del">
          <ac:chgData name="Hu, Jingyun" userId="bf3ca629-9a0a-4ae9-939d-a3921fca6f53" providerId="ADAL" clId="{75C60461-5F57-4A49-94C6-2E23CBB0190C}" dt="2025-10-13T14:15:14.202" v="10822" actId="478"/>
          <ac:spMkLst>
            <pc:docMk/>
            <pc:sldMk cId="473072774" sldId="639"/>
            <ac:spMk id="3" creationId="{7311E61C-CA74-EF52-8033-109006A64BF1}"/>
          </ac:spMkLst>
        </pc:spChg>
        <pc:picChg chg="add mod">
          <ac:chgData name="Hu, Jingyun" userId="bf3ca629-9a0a-4ae9-939d-a3921fca6f53" providerId="ADAL" clId="{75C60461-5F57-4A49-94C6-2E23CBB0190C}" dt="2025-10-13T14:15:44.654" v="10849" actId="1076"/>
          <ac:picMkLst>
            <pc:docMk/>
            <pc:sldMk cId="473072774" sldId="639"/>
            <ac:picMk id="4" creationId="{314D1616-3893-4C78-FD14-C03A108DFDCF}"/>
          </ac:picMkLst>
        </pc:picChg>
      </pc:sldChg>
      <pc:sldChg chg="addSp delSp modSp new del mod">
        <pc:chgData name="Hu, Jingyun" userId="bf3ca629-9a0a-4ae9-939d-a3921fca6f53" providerId="ADAL" clId="{75C60461-5F57-4A49-94C6-2E23CBB0190C}" dt="2025-10-13T14:15:07.210" v="10820" actId="47"/>
        <pc:sldMkLst>
          <pc:docMk/>
          <pc:sldMk cId="2097392065" sldId="639"/>
        </pc:sldMkLst>
        <pc:spChg chg="del">
          <ac:chgData name="Hu, Jingyun" userId="bf3ca629-9a0a-4ae9-939d-a3921fca6f53" providerId="ADAL" clId="{75C60461-5F57-4A49-94C6-2E23CBB0190C}" dt="2025-10-13T14:14:52.330" v="10816" actId="478"/>
          <ac:spMkLst>
            <pc:docMk/>
            <pc:sldMk cId="2097392065" sldId="639"/>
            <ac:spMk id="5" creationId="{1707BEE4-1213-5BFF-5692-8B0087FB2290}"/>
          </ac:spMkLst>
        </pc:spChg>
        <pc:picChg chg="add del mod">
          <ac:chgData name="Hu, Jingyun" userId="bf3ca629-9a0a-4ae9-939d-a3921fca6f53" providerId="ADAL" clId="{75C60461-5F57-4A49-94C6-2E23CBB0190C}" dt="2025-10-13T14:15:05.694" v="10819" actId="478"/>
          <ac:picMkLst>
            <pc:docMk/>
            <pc:sldMk cId="2097392065" sldId="639"/>
            <ac:picMk id="11" creationId="{D53824AB-BB45-35C1-05A4-B5832B343C6C}"/>
          </ac:picMkLst>
        </pc:picChg>
      </pc:sldChg>
      <pc:sldChg chg="new del">
        <pc:chgData name="Hu, Jingyun" userId="bf3ca629-9a0a-4ae9-939d-a3921fca6f53" providerId="ADAL" clId="{75C60461-5F57-4A49-94C6-2E23CBB0190C}" dt="2025-10-13T14:14:47.567" v="10814" actId="2696"/>
        <pc:sldMkLst>
          <pc:docMk/>
          <pc:sldMk cId="3912643246" sldId="639"/>
        </pc:sldMkLst>
      </pc:sldChg>
      <pc:sldChg chg="addSp modSp add mod">
        <pc:chgData name="Hu, Jingyun" userId="bf3ca629-9a0a-4ae9-939d-a3921fca6f53" providerId="ADAL" clId="{75C60461-5F57-4A49-94C6-2E23CBB0190C}" dt="2025-10-13T14:17:18.312" v="10857" actId="113"/>
        <pc:sldMkLst>
          <pc:docMk/>
          <pc:sldMk cId="1888571827" sldId="640"/>
        </pc:sldMkLst>
        <pc:spChg chg="add mod">
          <ac:chgData name="Hu, Jingyun" userId="bf3ca629-9a0a-4ae9-939d-a3921fca6f53" providerId="ADAL" clId="{75C60461-5F57-4A49-94C6-2E23CBB0190C}" dt="2025-10-13T14:17:11.261" v="10856" actId="113"/>
          <ac:spMkLst>
            <pc:docMk/>
            <pc:sldMk cId="1888571827" sldId="640"/>
            <ac:spMk id="3" creationId="{DD76189B-4281-58FA-51F8-0B8C91B5EF68}"/>
          </ac:spMkLst>
        </pc:spChg>
        <pc:spChg chg="add mod">
          <ac:chgData name="Hu, Jingyun" userId="bf3ca629-9a0a-4ae9-939d-a3921fca6f53" providerId="ADAL" clId="{75C60461-5F57-4A49-94C6-2E23CBB0190C}" dt="2025-10-13T14:16:23.075" v="10850"/>
          <ac:spMkLst>
            <pc:docMk/>
            <pc:sldMk cId="1888571827" sldId="640"/>
            <ac:spMk id="4" creationId="{63BBB974-A112-DE8A-331C-3AABEBFC8E33}"/>
          </ac:spMkLst>
        </pc:spChg>
        <pc:spChg chg="add mod">
          <ac:chgData name="Hu, Jingyun" userId="bf3ca629-9a0a-4ae9-939d-a3921fca6f53" providerId="ADAL" clId="{75C60461-5F57-4A49-94C6-2E23CBB0190C}" dt="2025-10-13T14:17:18.312" v="10857" actId="113"/>
          <ac:spMkLst>
            <pc:docMk/>
            <pc:sldMk cId="1888571827" sldId="640"/>
            <ac:spMk id="5" creationId="{3CA6F339-A027-FB90-549C-52627A40773D}"/>
          </ac:spMkLst>
        </pc:spChg>
        <pc:spChg chg="add mod">
          <ac:chgData name="Hu, Jingyun" userId="bf3ca629-9a0a-4ae9-939d-a3921fca6f53" providerId="ADAL" clId="{75C60461-5F57-4A49-94C6-2E23CBB0190C}" dt="2025-10-13T14:16:23.075" v="10850"/>
          <ac:spMkLst>
            <pc:docMk/>
            <pc:sldMk cId="1888571827" sldId="640"/>
            <ac:spMk id="6" creationId="{6814D71D-1B01-FD98-639C-571F7BC38670}"/>
          </ac:spMkLst>
        </pc:spChg>
        <pc:spChg chg="add mod">
          <ac:chgData name="Hu, Jingyun" userId="bf3ca629-9a0a-4ae9-939d-a3921fca6f53" providerId="ADAL" clId="{75C60461-5F57-4A49-94C6-2E23CBB0190C}" dt="2025-10-13T14:16:23.075" v="10850"/>
          <ac:spMkLst>
            <pc:docMk/>
            <pc:sldMk cId="1888571827" sldId="640"/>
            <ac:spMk id="7" creationId="{B392E19F-38CA-5A58-9C64-2F021EC884D0}"/>
          </ac:spMkLst>
        </pc:spChg>
        <pc:spChg chg="add mod">
          <ac:chgData name="Hu, Jingyun" userId="bf3ca629-9a0a-4ae9-939d-a3921fca6f53" providerId="ADAL" clId="{75C60461-5F57-4A49-94C6-2E23CBB0190C}" dt="2025-10-13T14:16:23.075" v="10850"/>
          <ac:spMkLst>
            <pc:docMk/>
            <pc:sldMk cId="1888571827" sldId="640"/>
            <ac:spMk id="8" creationId="{8A8C4366-2AD1-840A-1C6C-990D9EDF4D25}"/>
          </ac:spMkLst>
        </pc:spChg>
        <pc:spChg chg="add mod">
          <ac:chgData name="Hu, Jingyun" userId="bf3ca629-9a0a-4ae9-939d-a3921fca6f53" providerId="ADAL" clId="{75C60461-5F57-4A49-94C6-2E23CBB0190C}" dt="2025-10-13T14:16:41.703" v="10855" actId="20577"/>
          <ac:spMkLst>
            <pc:docMk/>
            <pc:sldMk cId="1888571827" sldId="640"/>
            <ac:spMk id="9" creationId="{63206133-3708-1A1B-7100-735F317832B8}"/>
          </ac:spMkLst>
        </pc:spChg>
      </pc:sldChg>
      <pc:sldChg chg="addSp modSp add mod">
        <pc:chgData name="Hu, Jingyun" userId="bf3ca629-9a0a-4ae9-939d-a3921fca6f53" providerId="ADAL" clId="{75C60461-5F57-4A49-94C6-2E23CBB0190C}" dt="2025-10-14T15:15:51.599" v="12148" actId="1076"/>
        <pc:sldMkLst>
          <pc:docMk/>
          <pc:sldMk cId="1087608722" sldId="641"/>
        </pc:sldMkLst>
        <pc:picChg chg="add mod">
          <ac:chgData name="Hu, Jingyun" userId="bf3ca629-9a0a-4ae9-939d-a3921fca6f53" providerId="ADAL" clId="{75C60461-5F57-4A49-94C6-2E23CBB0190C}" dt="2025-10-14T15:15:51.599" v="12148" actId="1076"/>
          <ac:picMkLst>
            <pc:docMk/>
            <pc:sldMk cId="1087608722" sldId="641"/>
            <ac:picMk id="3" creationId="{DDE55FB0-AD82-CEBC-D5CE-74485BE96843}"/>
          </ac:picMkLst>
        </pc:picChg>
      </pc:sldChg>
      <pc:sldChg chg="addSp modSp add mod">
        <pc:chgData name="Hu, Jingyun" userId="bf3ca629-9a0a-4ae9-939d-a3921fca6f53" providerId="ADAL" clId="{75C60461-5F57-4A49-94C6-2E23CBB0190C}" dt="2025-10-13T14:24:17.966" v="10943" actId="1076"/>
        <pc:sldMkLst>
          <pc:docMk/>
          <pc:sldMk cId="462248369" sldId="642"/>
        </pc:sldMkLst>
        <pc:spChg chg="add mod">
          <ac:chgData name="Hu, Jingyun" userId="bf3ca629-9a0a-4ae9-939d-a3921fca6f53" providerId="ADAL" clId="{75C60461-5F57-4A49-94C6-2E23CBB0190C}" dt="2025-10-13T14:24:17.966" v="10943" actId="1076"/>
          <ac:spMkLst>
            <pc:docMk/>
            <pc:sldMk cId="462248369" sldId="642"/>
            <ac:spMk id="3" creationId="{E8F04239-4DA7-9BEA-5E8D-AB59E4F3C931}"/>
          </ac:spMkLst>
        </pc:spChg>
      </pc:sldChg>
      <pc:sldChg chg="addSp delSp modSp add mod">
        <pc:chgData name="Hu, Jingyun" userId="bf3ca629-9a0a-4ae9-939d-a3921fca6f53" providerId="ADAL" clId="{75C60461-5F57-4A49-94C6-2E23CBB0190C}" dt="2025-10-13T14:45:56.013" v="11105" actId="207"/>
        <pc:sldMkLst>
          <pc:docMk/>
          <pc:sldMk cId="2359370714" sldId="643"/>
        </pc:sldMkLst>
        <pc:spChg chg="add mod">
          <ac:chgData name="Hu, Jingyun" userId="bf3ca629-9a0a-4ae9-939d-a3921fca6f53" providerId="ADAL" clId="{75C60461-5F57-4A49-94C6-2E23CBB0190C}" dt="2025-10-13T14:45:03.042" v="11089" actId="20577"/>
          <ac:spMkLst>
            <pc:docMk/>
            <pc:sldMk cId="2359370714" sldId="643"/>
            <ac:spMk id="4" creationId="{875FE20C-4753-6E09-7C51-58B967A9BEA9}"/>
          </ac:spMkLst>
        </pc:spChg>
        <pc:spChg chg="add del">
          <ac:chgData name="Hu, Jingyun" userId="bf3ca629-9a0a-4ae9-939d-a3921fca6f53" providerId="ADAL" clId="{75C60461-5F57-4A49-94C6-2E23CBB0190C}" dt="2025-10-13T14:25:28.711" v="10953" actId="22"/>
          <ac:spMkLst>
            <pc:docMk/>
            <pc:sldMk cId="2359370714" sldId="643"/>
            <ac:spMk id="6" creationId="{9BA40874-7C50-1901-BA80-C6A8313F0E16}"/>
          </ac:spMkLst>
        </pc:spChg>
        <pc:spChg chg="add mod">
          <ac:chgData name="Hu, Jingyun" userId="bf3ca629-9a0a-4ae9-939d-a3921fca6f53" providerId="ADAL" clId="{75C60461-5F57-4A49-94C6-2E23CBB0190C}" dt="2025-10-13T14:45:56.013" v="11105" actId="207"/>
          <ac:spMkLst>
            <pc:docMk/>
            <pc:sldMk cId="2359370714" sldId="643"/>
            <ac:spMk id="7" creationId="{E9A3A503-34BF-3499-EF5B-2C4EC9C88140}"/>
          </ac:spMkLst>
        </pc:spChg>
      </pc:sldChg>
      <pc:sldChg chg="addSp modSp add mod">
        <pc:chgData name="Hu, Jingyun" userId="bf3ca629-9a0a-4ae9-939d-a3921fca6f53" providerId="ADAL" clId="{75C60461-5F57-4A49-94C6-2E23CBB0190C}" dt="2025-10-13T14:30:56.823" v="11052" actId="1076"/>
        <pc:sldMkLst>
          <pc:docMk/>
          <pc:sldMk cId="1600444826" sldId="644"/>
        </pc:sldMkLst>
        <pc:spChg chg="add mod">
          <ac:chgData name="Hu, Jingyun" userId="bf3ca629-9a0a-4ae9-939d-a3921fca6f53" providerId="ADAL" clId="{75C60461-5F57-4A49-94C6-2E23CBB0190C}" dt="2025-10-13T14:30:54.544" v="11051" actId="14100"/>
          <ac:spMkLst>
            <pc:docMk/>
            <pc:sldMk cId="1600444826" sldId="644"/>
            <ac:spMk id="4" creationId="{5DEA14C6-2D9F-EC43-217A-3C78436658B1}"/>
          </ac:spMkLst>
        </pc:spChg>
        <pc:spChg chg="add mod">
          <ac:chgData name="Hu, Jingyun" userId="bf3ca629-9a0a-4ae9-939d-a3921fca6f53" providerId="ADAL" clId="{75C60461-5F57-4A49-94C6-2E23CBB0190C}" dt="2025-10-13T14:30:56.823" v="11052" actId="1076"/>
          <ac:spMkLst>
            <pc:docMk/>
            <pc:sldMk cId="1600444826" sldId="644"/>
            <ac:spMk id="6" creationId="{2D7FA497-8D2F-1DD4-9916-39BADA3E7264}"/>
          </ac:spMkLst>
        </pc:spChg>
        <pc:spChg chg="add mod">
          <ac:chgData name="Hu, Jingyun" userId="bf3ca629-9a0a-4ae9-939d-a3921fca6f53" providerId="ADAL" clId="{75C60461-5F57-4A49-94C6-2E23CBB0190C}" dt="2025-10-13T14:30:49.150" v="11050" actId="1076"/>
          <ac:spMkLst>
            <pc:docMk/>
            <pc:sldMk cId="1600444826" sldId="644"/>
            <ac:spMk id="7" creationId="{03B15967-D52A-7FA5-0612-0D14D9DF1914}"/>
          </ac:spMkLst>
        </pc:spChg>
      </pc:sldChg>
      <pc:sldChg chg="addSp delSp modSp add mod">
        <pc:chgData name="Hu, Jingyun" userId="bf3ca629-9a0a-4ae9-939d-a3921fca6f53" providerId="ADAL" clId="{75C60461-5F57-4A49-94C6-2E23CBB0190C}" dt="2025-10-13T14:57:09.555" v="11111" actId="1076"/>
        <pc:sldMkLst>
          <pc:docMk/>
          <pc:sldMk cId="3391478970" sldId="645"/>
        </pc:sldMkLst>
        <pc:spChg chg="add del">
          <ac:chgData name="Hu, Jingyun" userId="bf3ca629-9a0a-4ae9-939d-a3921fca6f53" providerId="ADAL" clId="{75C60461-5F57-4A49-94C6-2E23CBB0190C}" dt="2025-10-13T14:43:36.523" v="11054" actId="478"/>
          <ac:spMkLst>
            <pc:docMk/>
            <pc:sldMk cId="3391478970" sldId="645"/>
            <ac:spMk id="4" creationId="{91E3F1CF-2060-C054-B991-0ECA8920C96B}"/>
          </ac:spMkLst>
        </pc:spChg>
        <pc:spChg chg="add mod">
          <ac:chgData name="Hu, Jingyun" userId="bf3ca629-9a0a-4ae9-939d-a3921fca6f53" providerId="ADAL" clId="{75C60461-5F57-4A49-94C6-2E23CBB0190C}" dt="2025-10-13T14:46:35.673" v="11107" actId="1076"/>
          <ac:spMkLst>
            <pc:docMk/>
            <pc:sldMk cId="3391478970" sldId="645"/>
            <ac:spMk id="6" creationId="{6EAC216B-782E-3ED2-4C90-54192814F38E}"/>
          </ac:spMkLst>
        </pc:spChg>
        <pc:spChg chg="add mod">
          <ac:chgData name="Hu, Jingyun" userId="bf3ca629-9a0a-4ae9-939d-a3921fca6f53" providerId="ADAL" clId="{75C60461-5F57-4A49-94C6-2E23CBB0190C}" dt="2025-10-13T14:46:37.906" v="11108" actId="1076"/>
          <ac:spMkLst>
            <pc:docMk/>
            <pc:sldMk cId="3391478970" sldId="645"/>
            <ac:spMk id="8" creationId="{299C5A88-BE0D-6D04-5E09-5E224BC0E384}"/>
          </ac:spMkLst>
        </pc:spChg>
        <pc:picChg chg="add mod">
          <ac:chgData name="Hu, Jingyun" userId="bf3ca629-9a0a-4ae9-939d-a3921fca6f53" providerId="ADAL" clId="{75C60461-5F57-4A49-94C6-2E23CBB0190C}" dt="2025-10-13T14:57:09.555" v="11111" actId="1076"/>
          <ac:picMkLst>
            <pc:docMk/>
            <pc:sldMk cId="3391478970" sldId="645"/>
            <ac:picMk id="9" creationId="{53DFAD3C-921A-D1B3-1FF7-712356B4687D}"/>
          </ac:picMkLst>
        </pc:picChg>
      </pc:sldChg>
      <pc:sldChg chg="addSp modSp add mod modAnim">
        <pc:chgData name="Hu, Jingyun" userId="bf3ca629-9a0a-4ae9-939d-a3921fca6f53" providerId="ADAL" clId="{75C60461-5F57-4A49-94C6-2E23CBB0190C}" dt="2025-10-14T15:21:06.710" v="12150" actId="14100"/>
        <pc:sldMkLst>
          <pc:docMk/>
          <pc:sldMk cId="2562326925" sldId="646"/>
        </pc:sldMkLst>
        <pc:picChg chg="add mod">
          <ac:chgData name="Hu, Jingyun" userId="bf3ca629-9a0a-4ae9-939d-a3921fca6f53" providerId="ADAL" clId="{75C60461-5F57-4A49-94C6-2E23CBB0190C}" dt="2025-10-14T15:21:06.710" v="12150" actId="14100"/>
          <ac:picMkLst>
            <pc:docMk/>
            <pc:sldMk cId="2562326925" sldId="646"/>
            <ac:picMk id="3" creationId="{A60F1FE8-D56E-7262-3F65-D770C23C6BAD}"/>
          </ac:picMkLst>
        </pc:picChg>
      </pc:sldChg>
      <pc:sldChg chg="addSp modSp add mod">
        <pc:chgData name="Hu, Jingyun" userId="bf3ca629-9a0a-4ae9-939d-a3921fca6f53" providerId="ADAL" clId="{75C60461-5F57-4A49-94C6-2E23CBB0190C}" dt="2025-10-13T14:58:01.130" v="11135" actId="1076"/>
        <pc:sldMkLst>
          <pc:docMk/>
          <pc:sldMk cId="3104592702" sldId="647"/>
        </pc:sldMkLst>
        <pc:spChg chg="add mod">
          <ac:chgData name="Hu, Jingyun" userId="bf3ca629-9a0a-4ae9-939d-a3921fca6f53" providerId="ADAL" clId="{75C60461-5F57-4A49-94C6-2E23CBB0190C}" dt="2025-10-13T14:58:01.130" v="11135" actId="1076"/>
          <ac:spMkLst>
            <pc:docMk/>
            <pc:sldMk cId="3104592702" sldId="647"/>
            <ac:spMk id="4" creationId="{D298EAF5-7C2C-1EF1-024F-D834C6F1E137}"/>
          </ac:spMkLst>
        </pc:spChg>
      </pc:sldChg>
      <pc:sldChg chg="addSp modSp add mod">
        <pc:chgData name="Hu, Jingyun" userId="bf3ca629-9a0a-4ae9-939d-a3921fca6f53" providerId="ADAL" clId="{75C60461-5F57-4A49-94C6-2E23CBB0190C}" dt="2025-10-13T15:07:18.898" v="11188" actId="1076"/>
        <pc:sldMkLst>
          <pc:docMk/>
          <pc:sldMk cId="4132740855" sldId="648"/>
        </pc:sldMkLst>
        <pc:spChg chg="add mod">
          <ac:chgData name="Hu, Jingyun" userId="bf3ca629-9a0a-4ae9-939d-a3921fca6f53" providerId="ADAL" clId="{75C60461-5F57-4A49-94C6-2E23CBB0190C}" dt="2025-10-13T15:05:21.794" v="11153" actId="108"/>
          <ac:spMkLst>
            <pc:docMk/>
            <pc:sldMk cId="4132740855" sldId="648"/>
            <ac:spMk id="3" creationId="{1A2EEE87-D620-57F9-2B3A-CA23DF944BD8}"/>
          </ac:spMkLst>
        </pc:spChg>
        <pc:spChg chg="add mod">
          <ac:chgData name="Hu, Jingyun" userId="bf3ca629-9a0a-4ae9-939d-a3921fca6f53" providerId="ADAL" clId="{75C60461-5F57-4A49-94C6-2E23CBB0190C}" dt="2025-10-13T15:06:08.683" v="11168" actId="1076"/>
          <ac:spMkLst>
            <pc:docMk/>
            <pc:sldMk cId="4132740855" sldId="648"/>
            <ac:spMk id="5" creationId="{FF4AB362-9A7D-1661-263B-624D40CD724C}"/>
          </ac:spMkLst>
        </pc:spChg>
        <pc:spChg chg="add mod">
          <ac:chgData name="Hu, Jingyun" userId="bf3ca629-9a0a-4ae9-939d-a3921fca6f53" providerId="ADAL" clId="{75C60461-5F57-4A49-94C6-2E23CBB0190C}" dt="2025-10-13T15:07:05.483" v="11178" actId="1076"/>
          <ac:spMkLst>
            <pc:docMk/>
            <pc:sldMk cId="4132740855" sldId="648"/>
            <ac:spMk id="7" creationId="{AB2D32D9-2E26-B338-5664-D7C41B18ECB5}"/>
          </ac:spMkLst>
        </pc:spChg>
        <pc:spChg chg="add mod">
          <ac:chgData name="Hu, Jingyun" userId="bf3ca629-9a0a-4ae9-939d-a3921fca6f53" providerId="ADAL" clId="{75C60461-5F57-4A49-94C6-2E23CBB0190C}" dt="2025-10-13T15:07:18.898" v="11188" actId="1076"/>
          <ac:spMkLst>
            <pc:docMk/>
            <pc:sldMk cId="4132740855" sldId="648"/>
            <ac:spMk id="9" creationId="{1DC30B7B-DDAF-CF09-5E81-E4CE99E14C30}"/>
          </ac:spMkLst>
        </pc:spChg>
      </pc:sldChg>
      <pc:sldChg chg="addSp modSp add mod">
        <pc:chgData name="Hu, Jingyun" userId="bf3ca629-9a0a-4ae9-939d-a3921fca6f53" providerId="ADAL" clId="{75C60461-5F57-4A49-94C6-2E23CBB0190C}" dt="2025-10-13T15:16:51.868" v="11220" actId="1076"/>
        <pc:sldMkLst>
          <pc:docMk/>
          <pc:sldMk cId="3490471903" sldId="649"/>
        </pc:sldMkLst>
        <pc:spChg chg="add mod">
          <ac:chgData name="Hu, Jingyun" userId="bf3ca629-9a0a-4ae9-939d-a3921fca6f53" providerId="ADAL" clId="{75C60461-5F57-4A49-94C6-2E23CBB0190C}" dt="2025-10-13T15:08:16.044" v="11194" actId="20577"/>
          <ac:spMkLst>
            <pc:docMk/>
            <pc:sldMk cId="3490471903" sldId="649"/>
            <ac:spMk id="3" creationId="{136292DB-BB2C-46B1-5C84-B71FC010268A}"/>
          </ac:spMkLst>
        </pc:spChg>
        <pc:spChg chg="add mod">
          <ac:chgData name="Hu, Jingyun" userId="bf3ca629-9a0a-4ae9-939d-a3921fca6f53" providerId="ADAL" clId="{75C60461-5F57-4A49-94C6-2E23CBB0190C}" dt="2025-10-13T15:08:53.563" v="11204" actId="1076"/>
          <ac:spMkLst>
            <pc:docMk/>
            <pc:sldMk cId="3490471903" sldId="649"/>
            <ac:spMk id="5" creationId="{27F274B0-6DC0-1B17-C93C-E1BDE3971F88}"/>
          </ac:spMkLst>
        </pc:spChg>
        <pc:spChg chg="add mod">
          <ac:chgData name="Hu, Jingyun" userId="bf3ca629-9a0a-4ae9-939d-a3921fca6f53" providerId="ADAL" clId="{75C60461-5F57-4A49-94C6-2E23CBB0190C}" dt="2025-10-13T15:16:05.124" v="11207" actId="1076"/>
          <ac:spMkLst>
            <pc:docMk/>
            <pc:sldMk cId="3490471903" sldId="649"/>
            <ac:spMk id="7" creationId="{C06DB6BB-016F-C376-760B-0099B0F04115}"/>
          </ac:spMkLst>
        </pc:spChg>
        <pc:spChg chg="add mod">
          <ac:chgData name="Hu, Jingyun" userId="bf3ca629-9a0a-4ae9-939d-a3921fca6f53" providerId="ADAL" clId="{75C60461-5F57-4A49-94C6-2E23CBB0190C}" dt="2025-10-13T15:16:24.395" v="11212" actId="1076"/>
          <ac:spMkLst>
            <pc:docMk/>
            <pc:sldMk cId="3490471903" sldId="649"/>
            <ac:spMk id="9" creationId="{22931287-5259-2DCC-1A05-AF3A43D1C35B}"/>
          </ac:spMkLst>
        </pc:spChg>
        <pc:spChg chg="add mod">
          <ac:chgData name="Hu, Jingyun" userId="bf3ca629-9a0a-4ae9-939d-a3921fca6f53" providerId="ADAL" clId="{75C60461-5F57-4A49-94C6-2E23CBB0190C}" dt="2025-10-13T15:16:51.868" v="11220" actId="1076"/>
          <ac:spMkLst>
            <pc:docMk/>
            <pc:sldMk cId="3490471903" sldId="649"/>
            <ac:spMk id="11" creationId="{01B8A0B7-C869-34C6-B7E5-D7F2D898A3A4}"/>
          </ac:spMkLst>
        </pc:spChg>
      </pc:sldChg>
      <pc:sldChg chg="addSp modSp add mod">
        <pc:chgData name="Hu, Jingyun" userId="bf3ca629-9a0a-4ae9-939d-a3921fca6f53" providerId="ADAL" clId="{75C60461-5F57-4A49-94C6-2E23CBB0190C}" dt="2025-10-13T15:21:06.619" v="11242" actId="1076"/>
        <pc:sldMkLst>
          <pc:docMk/>
          <pc:sldMk cId="401316435" sldId="650"/>
        </pc:sldMkLst>
        <pc:spChg chg="add mod">
          <ac:chgData name="Hu, Jingyun" userId="bf3ca629-9a0a-4ae9-939d-a3921fca6f53" providerId="ADAL" clId="{75C60461-5F57-4A49-94C6-2E23CBB0190C}" dt="2025-10-13T15:20:01.468" v="11228" actId="1076"/>
          <ac:spMkLst>
            <pc:docMk/>
            <pc:sldMk cId="401316435" sldId="650"/>
            <ac:spMk id="3" creationId="{9EEE6160-3C91-FAB5-9E7C-895D204B2F60}"/>
          </ac:spMkLst>
        </pc:spChg>
        <pc:spChg chg="add mod">
          <ac:chgData name="Hu, Jingyun" userId="bf3ca629-9a0a-4ae9-939d-a3921fca6f53" providerId="ADAL" clId="{75C60461-5F57-4A49-94C6-2E23CBB0190C}" dt="2025-10-13T15:21:06.619" v="11242" actId="1076"/>
          <ac:spMkLst>
            <pc:docMk/>
            <pc:sldMk cId="401316435" sldId="650"/>
            <ac:spMk id="5" creationId="{D26882EB-EB1A-A691-A744-EDCCC7E0BD63}"/>
          </ac:spMkLst>
        </pc:spChg>
        <pc:spChg chg="add mod">
          <ac:chgData name="Hu, Jingyun" userId="bf3ca629-9a0a-4ae9-939d-a3921fca6f53" providerId="ADAL" clId="{75C60461-5F57-4A49-94C6-2E23CBB0190C}" dt="2025-10-13T15:21:01.933" v="11241" actId="108"/>
          <ac:spMkLst>
            <pc:docMk/>
            <pc:sldMk cId="401316435" sldId="650"/>
            <ac:spMk id="7" creationId="{916F201B-A0A1-EBB8-F9E7-CB2F473DEF25}"/>
          </ac:spMkLst>
        </pc:spChg>
      </pc:sldChg>
      <pc:sldChg chg="addSp modSp add mod">
        <pc:chgData name="Hu, Jingyun" userId="bf3ca629-9a0a-4ae9-939d-a3921fca6f53" providerId="ADAL" clId="{75C60461-5F57-4A49-94C6-2E23CBB0190C}" dt="2025-10-13T15:42:31.948" v="11406" actId="20577"/>
        <pc:sldMkLst>
          <pc:docMk/>
          <pc:sldMk cId="2681020567" sldId="651"/>
        </pc:sldMkLst>
        <pc:spChg chg="add mod">
          <ac:chgData name="Hu, Jingyun" userId="bf3ca629-9a0a-4ae9-939d-a3921fca6f53" providerId="ADAL" clId="{75C60461-5F57-4A49-94C6-2E23CBB0190C}" dt="2025-10-13T15:42:31.948" v="11406" actId="20577"/>
          <ac:spMkLst>
            <pc:docMk/>
            <pc:sldMk cId="2681020567" sldId="651"/>
            <ac:spMk id="3" creationId="{A11A9C91-C9E5-8D5D-DE3A-D5E2286CC38A}"/>
          </ac:spMkLst>
        </pc:spChg>
        <pc:spChg chg="add mod">
          <ac:chgData name="Hu, Jingyun" userId="bf3ca629-9a0a-4ae9-939d-a3921fca6f53" providerId="ADAL" clId="{75C60461-5F57-4A49-94C6-2E23CBB0190C}" dt="2025-10-13T15:23:31.958" v="11308" actId="403"/>
          <ac:spMkLst>
            <pc:docMk/>
            <pc:sldMk cId="2681020567" sldId="651"/>
            <ac:spMk id="5" creationId="{44CE2520-98BB-942A-A505-11811CF4DF75}"/>
          </ac:spMkLst>
        </pc:spChg>
        <pc:spChg chg="add mod">
          <ac:chgData name="Hu, Jingyun" userId="bf3ca629-9a0a-4ae9-939d-a3921fca6f53" providerId="ADAL" clId="{75C60461-5F57-4A49-94C6-2E23CBB0190C}" dt="2025-10-13T15:41:49.235" v="11385" actId="403"/>
          <ac:spMkLst>
            <pc:docMk/>
            <pc:sldMk cId="2681020567" sldId="651"/>
            <ac:spMk id="7" creationId="{6C7427A5-D8D6-9F30-3233-C59387934ECF}"/>
          </ac:spMkLst>
        </pc:spChg>
      </pc:sldChg>
      <pc:sldChg chg="addSp modSp add mod">
        <pc:chgData name="Hu, Jingyun" userId="bf3ca629-9a0a-4ae9-939d-a3921fca6f53" providerId="ADAL" clId="{75C60461-5F57-4A49-94C6-2E23CBB0190C}" dt="2025-10-13T15:42:40.446" v="11409" actId="20577"/>
        <pc:sldMkLst>
          <pc:docMk/>
          <pc:sldMk cId="3358058944" sldId="652"/>
        </pc:sldMkLst>
        <pc:spChg chg="add mod">
          <ac:chgData name="Hu, Jingyun" userId="bf3ca629-9a0a-4ae9-939d-a3921fca6f53" providerId="ADAL" clId="{75C60461-5F57-4A49-94C6-2E23CBB0190C}" dt="2025-10-13T15:42:21.684" v="11404" actId="1076"/>
          <ac:spMkLst>
            <pc:docMk/>
            <pc:sldMk cId="3358058944" sldId="652"/>
            <ac:spMk id="4" creationId="{DBC89CAF-5784-3B04-13F8-56DDE0587382}"/>
          </ac:spMkLst>
        </pc:spChg>
        <pc:spChg chg="add mod">
          <ac:chgData name="Hu, Jingyun" userId="bf3ca629-9a0a-4ae9-939d-a3921fca6f53" providerId="ADAL" clId="{75C60461-5F57-4A49-94C6-2E23CBB0190C}" dt="2025-10-13T15:42:40.446" v="11409" actId="20577"/>
          <ac:spMkLst>
            <pc:docMk/>
            <pc:sldMk cId="3358058944" sldId="652"/>
            <ac:spMk id="5" creationId="{A9134CD6-35A9-F4A7-080E-0D703D6FBACA}"/>
          </ac:spMkLst>
        </pc:spChg>
      </pc:sldChg>
      <pc:sldChg chg="addSp modSp add mod">
        <pc:chgData name="Hu, Jingyun" userId="bf3ca629-9a0a-4ae9-939d-a3921fca6f53" providerId="ADAL" clId="{75C60461-5F57-4A49-94C6-2E23CBB0190C}" dt="2025-10-13T15:44:17.053" v="11430" actId="1076"/>
        <pc:sldMkLst>
          <pc:docMk/>
          <pc:sldMk cId="1714542370" sldId="653"/>
        </pc:sldMkLst>
        <pc:spChg chg="add mod">
          <ac:chgData name="Hu, Jingyun" userId="bf3ca629-9a0a-4ae9-939d-a3921fca6f53" providerId="ADAL" clId="{75C60461-5F57-4A49-94C6-2E23CBB0190C}" dt="2025-10-13T15:44:17.053" v="11430" actId="1076"/>
          <ac:spMkLst>
            <pc:docMk/>
            <pc:sldMk cId="1714542370" sldId="653"/>
            <ac:spMk id="4" creationId="{EB4998A4-15E2-715C-1611-F5E945E66EE4}"/>
          </ac:spMkLst>
        </pc:spChg>
      </pc:sldChg>
      <pc:sldChg chg="addSp modSp add mod">
        <pc:chgData name="Hu, Jingyun" userId="bf3ca629-9a0a-4ae9-939d-a3921fca6f53" providerId="ADAL" clId="{75C60461-5F57-4A49-94C6-2E23CBB0190C}" dt="2025-10-14T15:22:49.359" v="12154" actId="13926"/>
        <pc:sldMkLst>
          <pc:docMk/>
          <pc:sldMk cId="3039842655" sldId="654"/>
        </pc:sldMkLst>
        <pc:spChg chg="add mod">
          <ac:chgData name="Hu, Jingyun" userId="bf3ca629-9a0a-4ae9-939d-a3921fca6f53" providerId="ADAL" clId="{75C60461-5F57-4A49-94C6-2E23CBB0190C}" dt="2025-10-13T15:47:43.950" v="11491" actId="1035"/>
          <ac:spMkLst>
            <pc:docMk/>
            <pc:sldMk cId="3039842655" sldId="654"/>
            <ac:spMk id="3" creationId="{BBEE363F-CDB2-D65C-686F-28F05A6A63CF}"/>
          </ac:spMkLst>
        </pc:spChg>
        <pc:spChg chg="add mod">
          <ac:chgData name="Hu, Jingyun" userId="bf3ca629-9a0a-4ae9-939d-a3921fca6f53" providerId="ADAL" clId="{75C60461-5F57-4A49-94C6-2E23CBB0190C}" dt="2025-10-13T15:47:43.950" v="11491" actId="1035"/>
          <ac:spMkLst>
            <pc:docMk/>
            <pc:sldMk cId="3039842655" sldId="654"/>
            <ac:spMk id="4" creationId="{72C3EA3E-DED5-37B4-C275-916EF12030DB}"/>
          </ac:spMkLst>
        </pc:spChg>
        <pc:spChg chg="add mod">
          <ac:chgData name="Hu, Jingyun" userId="bf3ca629-9a0a-4ae9-939d-a3921fca6f53" providerId="ADAL" clId="{75C60461-5F57-4A49-94C6-2E23CBB0190C}" dt="2025-10-13T15:47:43.950" v="11491" actId="1035"/>
          <ac:spMkLst>
            <pc:docMk/>
            <pc:sldMk cId="3039842655" sldId="654"/>
            <ac:spMk id="5" creationId="{C1BED7D9-37D4-13A9-F844-45A3F2838F74}"/>
          </ac:spMkLst>
        </pc:spChg>
        <pc:spChg chg="add mod">
          <ac:chgData name="Hu, Jingyun" userId="bf3ca629-9a0a-4ae9-939d-a3921fca6f53" providerId="ADAL" clId="{75C60461-5F57-4A49-94C6-2E23CBB0190C}" dt="2025-10-13T15:47:43.950" v="11491" actId="1035"/>
          <ac:spMkLst>
            <pc:docMk/>
            <pc:sldMk cId="3039842655" sldId="654"/>
            <ac:spMk id="6" creationId="{FD3FB1C7-6992-2D11-716D-D008943AC41F}"/>
          </ac:spMkLst>
        </pc:spChg>
        <pc:spChg chg="add mod">
          <ac:chgData name="Hu, Jingyun" userId="bf3ca629-9a0a-4ae9-939d-a3921fca6f53" providerId="ADAL" clId="{75C60461-5F57-4A49-94C6-2E23CBB0190C}" dt="2025-10-13T15:47:43.950" v="11491" actId="1035"/>
          <ac:spMkLst>
            <pc:docMk/>
            <pc:sldMk cId="3039842655" sldId="654"/>
            <ac:spMk id="7" creationId="{23282EE2-551C-2487-2C61-416023595B6C}"/>
          </ac:spMkLst>
        </pc:spChg>
        <pc:spChg chg="add mod">
          <ac:chgData name="Hu, Jingyun" userId="bf3ca629-9a0a-4ae9-939d-a3921fca6f53" providerId="ADAL" clId="{75C60461-5F57-4A49-94C6-2E23CBB0190C}" dt="2025-10-13T15:47:43.950" v="11491" actId="1035"/>
          <ac:spMkLst>
            <pc:docMk/>
            <pc:sldMk cId="3039842655" sldId="654"/>
            <ac:spMk id="8" creationId="{CA8FEDDE-17CD-8900-257D-44B9AEC968D4}"/>
          </ac:spMkLst>
        </pc:spChg>
        <pc:spChg chg="add mod">
          <ac:chgData name="Hu, Jingyun" userId="bf3ca629-9a0a-4ae9-939d-a3921fca6f53" providerId="ADAL" clId="{75C60461-5F57-4A49-94C6-2E23CBB0190C}" dt="2025-10-14T15:22:49.359" v="12154" actId="13926"/>
          <ac:spMkLst>
            <pc:docMk/>
            <pc:sldMk cId="3039842655" sldId="654"/>
            <ac:spMk id="9" creationId="{F9DA1003-C05C-2845-37FC-9900171A8673}"/>
          </ac:spMkLst>
        </pc:spChg>
      </pc:sldChg>
      <pc:sldChg chg="addSp modSp add mod">
        <pc:chgData name="Hu, Jingyun" userId="bf3ca629-9a0a-4ae9-939d-a3921fca6f53" providerId="ADAL" clId="{75C60461-5F57-4A49-94C6-2E23CBB0190C}" dt="2025-10-14T15:22:37.341" v="12153" actId="1076"/>
        <pc:sldMkLst>
          <pc:docMk/>
          <pc:sldMk cId="1772699492" sldId="655"/>
        </pc:sldMkLst>
        <pc:picChg chg="add mod">
          <ac:chgData name="Hu, Jingyun" userId="bf3ca629-9a0a-4ae9-939d-a3921fca6f53" providerId="ADAL" clId="{75C60461-5F57-4A49-94C6-2E23CBB0190C}" dt="2025-10-14T15:22:37.341" v="12153" actId="1076"/>
          <ac:picMkLst>
            <pc:docMk/>
            <pc:sldMk cId="1772699492" sldId="655"/>
            <ac:picMk id="3" creationId="{DBC95F5C-7A49-9CFE-94BA-E1C25DF93298}"/>
          </ac:picMkLst>
        </pc:picChg>
      </pc:sldChg>
      <pc:sldChg chg="addSp modSp add mod">
        <pc:chgData name="Hu, Jingyun" userId="bf3ca629-9a0a-4ae9-939d-a3921fca6f53" providerId="ADAL" clId="{75C60461-5F57-4A49-94C6-2E23CBB0190C}" dt="2025-10-14T15:22:52.805" v="12155" actId="13926"/>
        <pc:sldMkLst>
          <pc:docMk/>
          <pc:sldMk cId="3404820206" sldId="656"/>
        </pc:sldMkLst>
        <pc:spChg chg="add mod">
          <ac:chgData name="Hu, Jingyun" userId="bf3ca629-9a0a-4ae9-939d-a3921fca6f53" providerId="ADAL" clId="{75C60461-5F57-4A49-94C6-2E23CBB0190C}" dt="2025-10-13T15:53:56.232" v="11500"/>
          <ac:spMkLst>
            <pc:docMk/>
            <pc:sldMk cId="3404820206" sldId="656"/>
            <ac:spMk id="3" creationId="{EB5A1404-31AC-7C6E-DA27-CD9A5C52A415}"/>
          </ac:spMkLst>
        </pc:spChg>
        <pc:spChg chg="add mod">
          <ac:chgData name="Hu, Jingyun" userId="bf3ca629-9a0a-4ae9-939d-a3921fca6f53" providerId="ADAL" clId="{75C60461-5F57-4A49-94C6-2E23CBB0190C}" dt="2025-10-13T15:53:56.232" v="11500"/>
          <ac:spMkLst>
            <pc:docMk/>
            <pc:sldMk cId="3404820206" sldId="656"/>
            <ac:spMk id="4" creationId="{9E127381-120C-62AC-B1AB-ACE87F752DF1}"/>
          </ac:spMkLst>
        </pc:spChg>
        <pc:spChg chg="add mod">
          <ac:chgData name="Hu, Jingyun" userId="bf3ca629-9a0a-4ae9-939d-a3921fca6f53" providerId="ADAL" clId="{75C60461-5F57-4A49-94C6-2E23CBB0190C}" dt="2025-10-13T15:53:56.232" v="11500"/>
          <ac:spMkLst>
            <pc:docMk/>
            <pc:sldMk cId="3404820206" sldId="656"/>
            <ac:spMk id="5" creationId="{12F26617-86FC-D83A-0532-A5C374A9F52E}"/>
          </ac:spMkLst>
        </pc:spChg>
        <pc:spChg chg="add mod">
          <ac:chgData name="Hu, Jingyun" userId="bf3ca629-9a0a-4ae9-939d-a3921fca6f53" providerId="ADAL" clId="{75C60461-5F57-4A49-94C6-2E23CBB0190C}" dt="2025-10-13T15:53:56.232" v="11500"/>
          <ac:spMkLst>
            <pc:docMk/>
            <pc:sldMk cId="3404820206" sldId="656"/>
            <ac:spMk id="6" creationId="{F7CDEAD4-B5A5-80AA-35CD-EE588C6C2FC3}"/>
          </ac:spMkLst>
        </pc:spChg>
        <pc:spChg chg="add mod">
          <ac:chgData name="Hu, Jingyun" userId="bf3ca629-9a0a-4ae9-939d-a3921fca6f53" providerId="ADAL" clId="{75C60461-5F57-4A49-94C6-2E23CBB0190C}" dt="2025-10-13T15:53:56.232" v="11500"/>
          <ac:spMkLst>
            <pc:docMk/>
            <pc:sldMk cId="3404820206" sldId="656"/>
            <ac:spMk id="7" creationId="{A041F5D7-39A3-F7BF-479F-6CE6A3EE58B8}"/>
          </ac:spMkLst>
        </pc:spChg>
        <pc:spChg chg="add mod">
          <ac:chgData name="Hu, Jingyun" userId="bf3ca629-9a0a-4ae9-939d-a3921fca6f53" providerId="ADAL" clId="{75C60461-5F57-4A49-94C6-2E23CBB0190C}" dt="2025-10-13T15:53:56.232" v="11500"/>
          <ac:spMkLst>
            <pc:docMk/>
            <pc:sldMk cId="3404820206" sldId="656"/>
            <ac:spMk id="8" creationId="{3695CBCE-457E-B4CC-E9CE-6720FCF79B29}"/>
          </ac:spMkLst>
        </pc:spChg>
        <pc:spChg chg="add mod">
          <ac:chgData name="Hu, Jingyun" userId="bf3ca629-9a0a-4ae9-939d-a3921fca6f53" providerId="ADAL" clId="{75C60461-5F57-4A49-94C6-2E23CBB0190C}" dt="2025-10-14T15:22:52.805" v="12155" actId="13926"/>
          <ac:spMkLst>
            <pc:docMk/>
            <pc:sldMk cId="3404820206" sldId="656"/>
            <ac:spMk id="9" creationId="{E9C56CA1-C2B2-B7CF-5256-2D06A71AB58C}"/>
          </ac:spMkLst>
        </pc:spChg>
      </pc:sldChg>
      <pc:sldChg chg="addSp modSp add">
        <pc:chgData name="Hu, Jingyun" userId="bf3ca629-9a0a-4ae9-939d-a3921fca6f53" providerId="ADAL" clId="{75C60461-5F57-4A49-94C6-2E23CBB0190C}" dt="2025-10-13T15:54:42.384" v="11516"/>
        <pc:sldMkLst>
          <pc:docMk/>
          <pc:sldMk cId="3943516600" sldId="657"/>
        </pc:sldMkLst>
        <pc:spChg chg="add mod">
          <ac:chgData name="Hu, Jingyun" userId="bf3ca629-9a0a-4ae9-939d-a3921fca6f53" providerId="ADAL" clId="{75C60461-5F57-4A49-94C6-2E23CBB0190C}" dt="2025-10-13T15:54:32.851" v="11515"/>
          <ac:spMkLst>
            <pc:docMk/>
            <pc:sldMk cId="3943516600" sldId="657"/>
            <ac:spMk id="3" creationId="{58A6DC56-ECA1-9123-E6FA-E71D985E7ADE}"/>
          </ac:spMkLst>
        </pc:spChg>
        <pc:spChg chg="add mod">
          <ac:chgData name="Hu, Jingyun" userId="bf3ca629-9a0a-4ae9-939d-a3921fca6f53" providerId="ADAL" clId="{75C60461-5F57-4A49-94C6-2E23CBB0190C}" dt="2025-10-13T15:54:42.384" v="11516"/>
          <ac:spMkLst>
            <pc:docMk/>
            <pc:sldMk cId="3943516600" sldId="657"/>
            <ac:spMk id="4" creationId="{92CFF56D-9746-397F-D2CB-D819E0D74D14}"/>
          </ac:spMkLst>
        </pc:spChg>
        <pc:spChg chg="add mod">
          <ac:chgData name="Hu, Jingyun" userId="bf3ca629-9a0a-4ae9-939d-a3921fca6f53" providerId="ADAL" clId="{75C60461-5F57-4A49-94C6-2E23CBB0190C}" dt="2025-10-13T15:54:42.384" v="11516"/>
          <ac:spMkLst>
            <pc:docMk/>
            <pc:sldMk cId="3943516600" sldId="657"/>
            <ac:spMk id="5" creationId="{2174DECD-1530-014C-2C49-B8C5FDDC2FB6}"/>
          </ac:spMkLst>
        </pc:spChg>
        <pc:spChg chg="add mod">
          <ac:chgData name="Hu, Jingyun" userId="bf3ca629-9a0a-4ae9-939d-a3921fca6f53" providerId="ADAL" clId="{75C60461-5F57-4A49-94C6-2E23CBB0190C}" dt="2025-10-13T15:54:42.384" v="11516"/>
          <ac:spMkLst>
            <pc:docMk/>
            <pc:sldMk cId="3943516600" sldId="657"/>
            <ac:spMk id="6" creationId="{EFD6B69A-49A4-1207-325D-726E86F9475A}"/>
          </ac:spMkLst>
        </pc:spChg>
        <pc:spChg chg="add mod">
          <ac:chgData name="Hu, Jingyun" userId="bf3ca629-9a0a-4ae9-939d-a3921fca6f53" providerId="ADAL" clId="{75C60461-5F57-4A49-94C6-2E23CBB0190C}" dt="2025-10-13T15:54:42.384" v="11516"/>
          <ac:spMkLst>
            <pc:docMk/>
            <pc:sldMk cId="3943516600" sldId="657"/>
            <ac:spMk id="7" creationId="{BD0A62EA-6F5E-E26C-8D9D-71F7F76AAE47}"/>
          </ac:spMkLst>
        </pc:spChg>
      </pc:sldChg>
      <pc:sldChg chg="addSp delSp modSp add mod modClrScheme chgLayout">
        <pc:chgData name="Hu, Jingyun" userId="bf3ca629-9a0a-4ae9-939d-a3921fca6f53" providerId="ADAL" clId="{75C60461-5F57-4A49-94C6-2E23CBB0190C}" dt="2025-10-14T15:23:04.698" v="12157" actId="14100"/>
        <pc:sldMkLst>
          <pc:docMk/>
          <pc:sldMk cId="4248694185" sldId="658"/>
        </pc:sldMkLst>
        <pc:spChg chg="mod ord modVis">
          <ac:chgData name="Hu, Jingyun" userId="bf3ca629-9a0a-4ae9-939d-a3921fca6f53" providerId="ADAL" clId="{75C60461-5F57-4A49-94C6-2E23CBB0190C}" dt="2025-10-13T15:55:27.612" v="11520" actId="26606"/>
          <ac:spMkLst>
            <pc:docMk/>
            <pc:sldMk cId="4248694185" sldId="658"/>
            <ac:spMk id="2" creationId="{8BA28BD0-A5C1-7E61-DC26-E4F2A2C3593D}"/>
          </ac:spMkLst>
        </pc:spChg>
        <pc:spChg chg="add del mod">
          <ac:chgData name="Hu, Jingyun" userId="bf3ca629-9a0a-4ae9-939d-a3921fca6f53" providerId="ADAL" clId="{75C60461-5F57-4A49-94C6-2E23CBB0190C}" dt="2025-10-13T15:55:27.609" v="11519" actId="26606"/>
          <ac:spMkLst>
            <pc:docMk/>
            <pc:sldMk cId="4248694185" sldId="658"/>
            <ac:spMk id="8" creationId="{3AC9B8E4-A417-D449-D77E-D890AA185C79}"/>
          </ac:spMkLst>
        </pc:spChg>
        <pc:spChg chg="add del mod">
          <ac:chgData name="Hu, Jingyun" userId="bf3ca629-9a0a-4ae9-939d-a3921fca6f53" providerId="ADAL" clId="{75C60461-5F57-4A49-94C6-2E23CBB0190C}" dt="2025-10-13T15:55:41.414" v="11526" actId="478"/>
          <ac:spMkLst>
            <pc:docMk/>
            <pc:sldMk cId="4248694185" sldId="658"/>
            <ac:spMk id="10" creationId="{84191470-D6C8-9384-C1DA-FF2A43099332}"/>
          </ac:spMkLst>
        </pc:spChg>
        <pc:picChg chg="add mod">
          <ac:chgData name="Hu, Jingyun" userId="bf3ca629-9a0a-4ae9-939d-a3921fca6f53" providerId="ADAL" clId="{75C60461-5F57-4A49-94C6-2E23CBB0190C}" dt="2025-10-14T15:23:04.698" v="12157" actId="14100"/>
          <ac:picMkLst>
            <pc:docMk/>
            <pc:sldMk cId="4248694185" sldId="658"/>
            <ac:picMk id="3" creationId="{7F4CEB70-4968-ED75-B5EC-E4CEEC53CE22}"/>
          </ac:picMkLst>
        </pc:picChg>
      </pc:sldChg>
      <pc:sldChg chg="addSp modSp add mod modAnim">
        <pc:chgData name="Hu, Jingyun" userId="bf3ca629-9a0a-4ae9-939d-a3921fca6f53" providerId="ADAL" clId="{75C60461-5F57-4A49-94C6-2E23CBB0190C}" dt="2025-10-13T15:59:16.126" v="11554" actId="14100"/>
        <pc:sldMkLst>
          <pc:docMk/>
          <pc:sldMk cId="3101945674" sldId="659"/>
        </pc:sldMkLst>
        <pc:spChg chg="add mod">
          <ac:chgData name="Hu, Jingyun" userId="bf3ca629-9a0a-4ae9-939d-a3921fca6f53" providerId="ADAL" clId="{75C60461-5F57-4A49-94C6-2E23CBB0190C}" dt="2025-10-13T15:58:12.881" v="11551" actId="403"/>
          <ac:spMkLst>
            <pc:docMk/>
            <pc:sldMk cId="3101945674" sldId="659"/>
            <ac:spMk id="3" creationId="{D3DC9595-ED12-D9C2-9779-4AD7599582CF}"/>
          </ac:spMkLst>
        </pc:spChg>
        <pc:picChg chg="add mod">
          <ac:chgData name="Hu, Jingyun" userId="bf3ca629-9a0a-4ae9-939d-a3921fca6f53" providerId="ADAL" clId="{75C60461-5F57-4A49-94C6-2E23CBB0190C}" dt="2025-10-13T15:59:16.126" v="11554" actId="14100"/>
          <ac:picMkLst>
            <pc:docMk/>
            <pc:sldMk cId="3101945674" sldId="659"/>
            <ac:picMk id="4" creationId="{2E471DCD-D45A-B6C6-4EF0-C9F08FB5A482}"/>
          </ac:picMkLst>
        </pc:picChg>
      </pc:sldChg>
      <pc:sldChg chg="addSp modSp add mod">
        <pc:chgData name="Hu, Jingyun" userId="bf3ca629-9a0a-4ae9-939d-a3921fca6f53" providerId="ADAL" clId="{75C60461-5F57-4A49-94C6-2E23CBB0190C}" dt="2025-10-13T16:12:52.704" v="11646" actId="20577"/>
        <pc:sldMkLst>
          <pc:docMk/>
          <pc:sldMk cId="1526824890" sldId="660"/>
        </pc:sldMkLst>
        <pc:spChg chg="add mod">
          <ac:chgData name="Hu, Jingyun" userId="bf3ca629-9a0a-4ae9-939d-a3921fca6f53" providerId="ADAL" clId="{75C60461-5F57-4A49-94C6-2E23CBB0190C}" dt="2025-10-13T16:12:52.704" v="11646" actId="20577"/>
          <ac:spMkLst>
            <pc:docMk/>
            <pc:sldMk cId="1526824890" sldId="660"/>
            <ac:spMk id="3" creationId="{44CB8726-1C45-F9EC-8819-AEBC0B1B5BC2}"/>
          </ac:spMkLst>
        </pc:spChg>
        <pc:spChg chg="add mod">
          <ac:chgData name="Hu, Jingyun" userId="bf3ca629-9a0a-4ae9-939d-a3921fca6f53" providerId="ADAL" clId="{75C60461-5F57-4A49-94C6-2E23CBB0190C}" dt="2025-10-13T16:10:36.630" v="11642" actId="1076"/>
          <ac:spMkLst>
            <pc:docMk/>
            <pc:sldMk cId="1526824890" sldId="660"/>
            <ac:spMk id="5" creationId="{970C8619-0DF8-21C7-B13A-C0547340CB70}"/>
          </ac:spMkLst>
        </pc:spChg>
        <pc:spChg chg="add mod">
          <ac:chgData name="Hu, Jingyun" userId="bf3ca629-9a0a-4ae9-939d-a3921fca6f53" providerId="ADAL" clId="{75C60461-5F57-4A49-94C6-2E23CBB0190C}" dt="2025-10-13T16:10:40.430" v="11644" actId="1076"/>
          <ac:spMkLst>
            <pc:docMk/>
            <pc:sldMk cId="1526824890" sldId="660"/>
            <ac:spMk id="7" creationId="{F019365E-D1B6-D754-C242-4CD9540B7200}"/>
          </ac:spMkLst>
        </pc:spChg>
        <pc:spChg chg="add mod">
          <ac:chgData name="Hu, Jingyun" userId="bf3ca629-9a0a-4ae9-939d-a3921fca6f53" providerId="ADAL" clId="{75C60461-5F57-4A49-94C6-2E23CBB0190C}" dt="2025-10-13T16:10:38.525" v="11643" actId="1076"/>
          <ac:spMkLst>
            <pc:docMk/>
            <pc:sldMk cId="1526824890" sldId="660"/>
            <ac:spMk id="9" creationId="{CD12016A-15CE-3224-2203-EB3B450E37A7}"/>
          </ac:spMkLst>
        </pc:spChg>
      </pc:sldChg>
      <pc:sldChg chg="addSp modSp add mod">
        <pc:chgData name="Hu, Jingyun" userId="bf3ca629-9a0a-4ae9-939d-a3921fca6f53" providerId="ADAL" clId="{75C60461-5F57-4A49-94C6-2E23CBB0190C}" dt="2025-10-13T16:29:38.399" v="11679" actId="1076"/>
        <pc:sldMkLst>
          <pc:docMk/>
          <pc:sldMk cId="4014951810" sldId="661"/>
        </pc:sldMkLst>
        <pc:spChg chg="add mod">
          <ac:chgData name="Hu, Jingyun" userId="bf3ca629-9a0a-4ae9-939d-a3921fca6f53" providerId="ADAL" clId="{75C60461-5F57-4A49-94C6-2E23CBB0190C}" dt="2025-10-13T16:29:38.399" v="11679" actId="1076"/>
          <ac:spMkLst>
            <pc:docMk/>
            <pc:sldMk cId="4014951810" sldId="661"/>
            <ac:spMk id="4" creationId="{D9A5E31B-4D13-F92D-3A67-5F46FA663468}"/>
          </ac:spMkLst>
        </pc:spChg>
        <pc:spChg chg="add mod">
          <ac:chgData name="Hu, Jingyun" userId="bf3ca629-9a0a-4ae9-939d-a3921fca6f53" providerId="ADAL" clId="{75C60461-5F57-4A49-94C6-2E23CBB0190C}" dt="2025-10-13T16:13:18.935" v="11653" actId="20577"/>
          <ac:spMkLst>
            <pc:docMk/>
            <pc:sldMk cId="4014951810" sldId="661"/>
            <ac:spMk id="5" creationId="{11374A8F-668D-FD85-3C18-BF619E68DC17}"/>
          </ac:spMkLst>
        </pc:spChg>
      </pc:sldChg>
      <pc:sldChg chg="new del">
        <pc:chgData name="Hu, Jingyun" userId="bf3ca629-9a0a-4ae9-939d-a3921fca6f53" providerId="ADAL" clId="{75C60461-5F57-4A49-94C6-2E23CBB0190C}" dt="2025-10-13T14:23:05.129" v="10864" actId="680"/>
        <pc:sldMkLst>
          <pc:docMk/>
          <pc:sldMk cId="1914136083" sldId="662"/>
        </pc:sldMkLst>
      </pc:sldChg>
      <pc:sldChg chg="addSp modSp add mod">
        <pc:chgData name="Hu, Jingyun" userId="bf3ca629-9a0a-4ae9-939d-a3921fca6f53" providerId="ADAL" clId="{75C60461-5F57-4A49-94C6-2E23CBB0190C}" dt="2025-10-13T14:23:35.207" v="10899" actId="1076"/>
        <pc:sldMkLst>
          <pc:docMk/>
          <pc:sldMk cId="3353239386" sldId="662"/>
        </pc:sldMkLst>
        <pc:spChg chg="add mod">
          <ac:chgData name="Hu, Jingyun" userId="bf3ca629-9a0a-4ae9-939d-a3921fca6f53" providerId="ADAL" clId="{75C60461-5F57-4A49-94C6-2E23CBB0190C}" dt="2025-10-13T14:23:35.207" v="10899" actId="1076"/>
          <ac:spMkLst>
            <pc:docMk/>
            <pc:sldMk cId="3353239386" sldId="662"/>
            <ac:spMk id="3" creationId="{DC56ED4F-4C68-BD88-97B8-C71AB4682E21}"/>
          </ac:spMkLst>
        </pc:spChg>
      </pc:sldChg>
      <pc:sldChg chg="addSp modSp new mod">
        <pc:chgData name="Hu, Jingyun" userId="bf3ca629-9a0a-4ae9-939d-a3921fca6f53" providerId="ADAL" clId="{75C60461-5F57-4A49-94C6-2E23CBB0190C}" dt="2025-10-13T16:31:26.154" v="11700" actId="20577"/>
        <pc:sldMkLst>
          <pc:docMk/>
          <pc:sldMk cId="74502316" sldId="663"/>
        </pc:sldMkLst>
        <pc:spChg chg="add mod">
          <ac:chgData name="Hu, Jingyun" userId="bf3ca629-9a0a-4ae9-939d-a3921fca6f53" providerId="ADAL" clId="{75C60461-5F57-4A49-94C6-2E23CBB0190C}" dt="2025-10-13T16:31:07.926" v="11696" actId="1076"/>
          <ac:spMkLst>
            <pc:docMk/>
            <pc:sldMk cId="74502316" sldId="663"/>
            <ac:spMk id="3" creationId="{55D0AE9F-DE78-1284-5C13-57B2D8B7679E}"/>
          </ac:spMkLst>
        </pc:spChg>
        <pc:spChg chg="add mod">
          <ac:chgData name="Hu, Jingyun" userId="bf3ca629-9a0a-4ae9-939d-a3921fca6f53" providerId="ADAL" clId="{75C60461-5F57-4A49-94C6-2E23CBB0190C}" dt="2025-10-13T16:31:26.154" v="11700" actId="20577"/>
          <ac:spMkLst>
            <pc:docMk/>
            <pc:sldMk cId="74502316" sldId="663"/>
            <ac:spMk id="5" creationId="{898806B4-9762-D337-AE71-B0F40827F5DA}"/>
          </ac:spMkLst>
        </pc:spChg>
      </pc:sldChg>
      <pc:sldChg chg="addSp modSp new mod modClrScheme chgLayout">
        <pc:chgData name="Hu, Jingyun" userId="bf3ca629-9a0a-4ae9-939d-a3921fca6f53" providerId="ADAL" clId="{75C60461-5F57-4A49-94C6-2E23CBB0190C}" dt="2025-10-13T16:31:49.433" v="11704" actId="27614"/>
        <pc:sldMkLst>
          <pc:docMk/>
          <pc:sldMk cId="3656377249" sldId="664"/>
        </pc:sldMkLst>
        <pc:spChg chg="mod ord modVis">
          <ac:chgData name="Hu, Jingyun" userId="bf3ca629-9a0a-4ae9-939d-a3921fca6f53" providerId="ADAL" clId="{75C60461-5F57-4A49-94C6-2E23CBB0190C}" dt="2025-10-13T16:31:44.994" v="11703" actId="26606"/>
          <ac:spMkLst>
            <pc:docMk/>
            <pc:sldMk cId="3656377249" sldId="664"/>
            <ac:spMk id="2" creationId="{84F047A0-2865-82EA-70CA-EEDAA1BEDE32}"/>
          </ac:spMkLst>
        </pc:spChg>
        <pc:spChg chg="add mod">
          <ac:chgData name="Hu, Jingyun" userId="bf3ca629-9a0a-4ae9-939d-a3921fca6f53" providerId="ADAL" clId="{75C60461-5F57-4A49-94C6-2E23CBB0190C}" dt="2025-10-13T16:31:44.994" v="11703" actId="26606"/>
          <ac:spMkLst>
            <pc:docMk/>
            <pc:sldMk cId="3656377249" sldId="664"/>
            <ac:spMk id="9" creationId="{4B594B09-BCD0-2C06-04DB-8410F85CA726}"/>
          </ac:spMkLst>
        </pc:spChg>
        <pc:picChg chg="add mod">
          <ac:chgData name="Hu, Jingyun" userId="bf3ca629-9a0a-4ae9-939d-a3921fca6f53" providerId="ADAL" clId="{75C60461-5F57-4A49-94C6-2E23CBB0190C}" dt="2025-10-13T16:31:49.433" v="11704" actId="27614"/>
          <ac:picMkLst>
            <pc:docMk/>
            <pc:sldMk cId="3656377249" sldId="664"/>
            <ac:picMk id="4" creationId="{1BA58BAF-813E-33BB-7789-D3F35A873294}"/>
          </ac:picMkLst>
        </pc:picChg>
      </pc:sldChg>
      <pc:sldChg chg="addSp modSp new mod modAnim">
        <pc:chgData name="Hu, Jingyun" userId="bf3ca629-9a0a-4ae9-939d-a3921fca6f53" providerId="ADAL" clId="{75C60461-5F57-4A49-94C6-2E23CBB0190C}" dt="2025-10-14T15:08:51.409" v="12142" actId="14100"/>
        <pc:sldMkLst>
          <pc:docMk/>
          <pc:sldMk cId="564485452" sldId="665"/>
        </pc:sldMkLst>
        <pc:picChg chg="add mod">
          <ac:chgData name="Hu, Jingyun" userId="bf3ca629-9a0a-4ae9-939d-a3921fca6f53" providerId="ADAL" clId="{75C60461-5F57-4A49-94C6-2E23CBB0190C}" dt="2025-10-14T15:08:51.409" v="12142" actId="14100"/>
          <ac:picMkLst>
            <pc:docMk/>
            <pc:sldMk cId="564485452" sldId="665"/>
            <ac:picMk id="3" creationId="{18FB40AB-4080-1735-C1B8-61F841AAADF6}"/>
          </ac:picMkLst>
        </pc:picChg>
      </pc:sldChg>
      <pc:sldMasterChg chg="delSldLayout">
        <pc:chgData name="Hu, Jingyun" userId="bf3ca629-9a0a-4ae9-939d-a3921fca6f53" providerId="ADAL" clId="{75C60461-5F57-4A49-94C6-2E23CBB0190C}" dt="2025-10-06T13:30:03.571" v="8704" actId="47"/>
        <pc:sldMasterMkLst>
          <pc:docMk/>
          <pc:sldMasterMk cId="0" sldId="2147483648"/>
        </pc:sldMasterMkLst>
        <pc:sldLayoutChg chg="del">
          <pc:chgData name="Hu, Jingyun" userId="bf3ca629-9a0a-4ae9-939d-a3921fca6f53" providerId="ADAL" clId="{75C60461-5F57-4A49-94C6-2E23CBB0190C}" dt="2025-10-06T13:30:03.571" v="8704" actId="47"/>
          <pc:sldLayoutMkLst>
            <pc:docMk/>
            <pc:sldMasterMk cId="0" sldId="2147483648"/>
            <pc:sldLayoutMk cId="2562554038" sldId="2147483656"/>
          </pc:sldLayoutMkLst>
        </pc:sldLayoutChg>
      </pc:sldMasterChg>
    </pc:docChg>
  </pc:docChgLst>
  <pc:docChgLst>
    <pc:chgData name="Gonzalez, Albierys" userId="S::agonzalez51@gaels.iona.edu::64f48a38-01c2-4453-8db1-575123f53b07" providerId="AD" clId="Web-{FFEB064F-AF3E-02FC-D30B-079455F6FB44}"/>
    <pc:docChg chg="modSld">
      <pc:chgData name="Gonzalez, Albierys" userId="S::agonzalez51@gaels.iona.edu::64f48a38-01c2-4453-8db1-575123f53b07" providerId="AD" clId="Web-{FFEB064F-AF3E-02FC-D30B-079455F6FB44}" dt="2025-10-07T22:12:12.451" v="4" actId="1076"/>
      <pc:docMkLst>
        <pc:docMk/>
      </pc:docMkLst>
      <pc:sldChg chg="modSp addAnim delAnim">
        <pc:chgData name="Gonzalez, Albierys" userId="S::agonzalez51@gaels.iona.edu::64f48a38-01c2-4453-8db1-575123f53b07" providerId="AD" clId="Web-{FFEB064F-AF3E-02FC-D30B-079455F6FB44}" dt="2025-10-07T21:27:48.183" v="3"/>
        <pc:sldMkLst>
          <pc:docMk/>
          <pc:sldMk cId="260485218" sldId="413"/>
        </pc:sldMkLst>
      </pc:sldChg>
      <pc:sldChg chg="modSp">
        <pc:chgData name="Gonzalez, Albierys" userId="S::agonzalez51@gaels.iona.edu::64f48a38-01c2-4453-8db1-575123f53b07" providerId="AD" clId="Web-{FFEB064F-AF3E-02FC-D30B-079455F6FB44}" dt="2025-10-07T22:12:12.451" v="4" actId="1076"/>
        <pc:sldMkLst>
          <pc:docMk/>
          <pc:sldMk cId="3670053123" sldId="447"/>
        </pc:sldMkLst>
      </pc:sldChg>
    </pc:docChg>
  </pc:docChgLst>
  <pc:docChgLst>
    <pc:chgData name="Bisha, Bajram" userId="S::bbisha1@gaels.iona.edu::e3ac6cd9-6efa-45f8-8296-30dc6a5203f0" providerId="AD" clId="Web-{6DE7B6D3-E6DB-2840-DC8E-BAAF42501709}"/>
    <pc:docChg chg="modSld">
      <pc:chgData name="Bisha, Bajram" userId="S::bbisha1@gaels.iona.edu::e3ac6cd9-6efa-45f8-8296-30dc6a5203f0" providerId="AD" clId="Web-{6DE7B6D3-E6DB-2840-DC8E-BAAF42501709}" dt="2025-10-07T21:30:27.767" v="1" actId="1076"/>
      <pc:docMkLst>
        <pc:docMk/>
      </pc:docMkLst>
      <pc:sldChg chg="modSp">
        <pc:chgData name="Bisha, Bajram" userId="S::bbisha1@gaels.iona.edu::e3ac6cd9-6efa-45f8-8296-30dc6a5203f0" providerId="AD" clId="Web-{6DE7B6D3-E6DB-2840-DC8E-BAAF42501709}" dt="2025-10-07T21:30:27.767" v="1" actId="1076"/>
        <pc:sldMkLst>
          <pc:docMk/>
          <pc:sldMk cId="837503613" sldId="41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741BFB75-E6EC-4D78-8008-56E30B4F9F7C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9E863C98-4BEA-4298-A3F2-63B16B24B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63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286DC3D9-ADC8-4D9D-98E1-EAE3F181BC0D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vert="horz" lIns="93497" tIns="46749" rIns="93497" bIns="467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3C9169D3-6BF3-4A70-BB49-5C77F7DB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69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18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83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 bwMode="auto">
          <a:xfrm>
            <a:off x="304800" y="6172200"/>
            <a:ext cx="8534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A5002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" name="Straight Connector 7"/>
          <p:cNvCxnSpPr/>
          <p:nvPr userDrawn="1"/>
        </p:nvCxnSpPr>
        <p:spPr bwMode="auto">
          <a:xfrm>
            <a:off x="381000" y="304800"/>
            <a:ext cx="8534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A5002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304800" y="6172200"/>
            <a:ext cx="8534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A5002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" name="Straight Connector 8"/>
          <p:cNvCxnSpPr/>
          <p:nvPr userDrawn="1"/>
        </p:nvCxnSpPr>
        <p:spPr bwMode="auto">
          <a:xfrm>
            <a:off x="381000" y="304800"/>
            <a:ext cx="8534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A5002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2AB04-2120-4BC8-BB66-FB8CF69B782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304800" y="6172200"/>
            <a:ext cx="8534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A5002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" name="Straight Connector 10"/>
          <p:cNvCxnSpPr/>
          <p:nvPr userDrawn="1"/>
        </p:nvCxnSpPr>
        <p:spPr bwMode="auto">
          <a:xfrm>
            <a:off x="381000" y="304800"/>
            <a:ext cx="8534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A5002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pic>
        <p:nvPicPr>
          <p:cNvPr id="1025" name="Picture 1">
            <a:extLst>
              <a:ext uri="{FF2B5EF4-FFF2-40B4-BE49-F238E27FC236}">
                <a16:creationId xmlns:a16="http://schemas.microsoft.com/office/drawing/2014/main" id="{67A74799-FE90-35B0-2C03-61EE291C42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272212"/>
            <a:ext cx="4667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D30B067B-3F26-F601-ED60-432E3A025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89" y="6254750"/>
            <a:ext cx="2457450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BE9D31-A97F-4727-AF0F-F10B1E355C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9" y="983847"/>
            <a:ext cx="7315213" cy="1188720"/>
          </a:xfrm>
          <a:custGeom>
            <a:avLst/>
            <a:gdLst/>
            <a:ahLst/>
            <a:cxnLst/>
            <a:rect l="l" t="t" r="r" b="b"/>
            <a:pathLst>
              <a:path w="9143998" h="2473607">
                <a:moveTo>
                  <a:pt x="64634" y="0"/>
                </a:moveTo>
                <a:lnTo>
                  <a:pt x="9079363" y="0"/>
                </a:lnTo>
                <a:cubicBezTo>
                  <a:pt x="9115060" y="0"/>
                  <a:pt x="9143998" y="28938"/>
                  <a:pt x="9143998" y="64635"/>
                </a:cubicBezTo>
                <a:lnTo>
                  <a:pt x="9143998" y="2408972"/>
                </a:lnTo>
                <a:cubicBezTo>
                  <a:pt x="9143998" y="2444669"/>
                  <a:pt x="9115060" y="2473607"/>
                  <a:pt x="9079363" y="2473607"/>
                </a:cubicBezTo>
                <a:lnTo>
                  <a:pt x="64634" y="2473607"/>
                </a:lnTo>
                <a:cubicBezTo>
                  <a:pt x="46786" y="2473607"/>
                  <a:pt x="30627" y="2466373"/>
                  <a:pt x="18930" y="2454676"/>
                </a:cubicBezTo>
                <a:lnTo>
                  <a:pt x="0" y="2408974"/>
                </a:lnTo>
                <a:lnTo>
                  <a:pt x="0" y="64633"/>
                </a:lnTo>
                <a:lnTo>
                  <a:pt x="18930" y="18931"/>
                </a:lnTo>
                <a:cubicBezTo>
                  <a:pt x="30627" y="7235"/>
                  <a:pt x="46786" y="0"/>
                  <a:pt x="64634" y="0"/>
                </a:cubicBez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4E9DCB-D595-4646-D4AF-2F6A3E759E67}"/>
              </a:ext>
            </a:extLst>
          </p:cNvPr>
          <p:cNvSpPr txBox="1"/>
          <p:nvPr/>
        </p:nvSpPr>
        <p:spPr>
          <a:xfrm>
            <a:off x="321734" y="2391608"/>
            <a:ext cx="8500531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BUS 150</a:t>
            </a:r>
          </a:p>
          <a:p>
            <a:pPr algn="ctr"/>
            <a:r>
              <a:rPr lang="en-IN" sz="4400" b="1" dirty="0"/>
              <a:t>Strengthening Business-to-Business Relationships via Supply Chain and Customer Relationship Management</a:t>
            </a:r>
          </a:p>
        </p:txBody>
      </p:sp>
    </p:spTree>
    <p:extLst>
      <p:ext uri="{BB962C8B-B14F-4D97-AF65-F5344CB8AC3E}">
        <p14:creationId xmlns:p14="http://schemas.microsoft.com/office/powerpoint/2010/main" val="3447399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1FD649-B3A5-EE3A-5C30-19CA63CC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23F43-B7D2-CBCF-BC8D-BA39B42771AA}"/>
              </a:ext>
            </a:extLst>
          </p:cNvPr>
          <p:cNvSpPr txBox="1"/>
          <p:nvPr/>
        </p:nvSpPr>
        <p:spPr>
          <a:xfrm>
            <a:off x="331365" y="687789"/>
            <a:ext cx="5926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Supply Chain Group Game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BF38F-D71D-BE6B-C44B-717136872960}"/>
              </a:ext>
            </a:extLst>
          </p:cNvPr>
          <p:cNvSpPr txBox="1"/>
          <p:nvPr/>
        </p:nvSpPr>
        <p:spPr>
          <a:xfrm>
            <a:off x="331365" y="1681479"/>
            <a:ext cx="751234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Run Your Own Business (for 5 Weeks)</a:t>
            </a:r>
            <a:endParaRPr lang="en-US" sz="3200" dirty="0"/>
          </a:p>
          <a:p>
            <a:pPr>
              <a:buNone/>
            </a:pPr>
            <a:r>
              <a:rPr lang="en-US" sz="3200" dirty="0"/>
              <a:t>Today, you are not students.</a:t>
            </a:r>
            <a:br>
              <a:rPr lang="en-US" sz="3200" dirty="0"/>
            </a:br>
            <a:r>
              <a:rPr lang="en-US" sz="3200" b="1" dirty="0"/>
              <a:t>You are managers.</a:t>
            </a:r>
            <a:endParaRPr lang="en-US" sz="3200" dirty="0"/>
          </a:p>
          <a:p>
            <a:pPr>
              <a:buNone/>
            </a:pPr>
            <a:endParaRPr lang="en-US" sz="3200" dirty="0"/>
          </a:p>
          <a:p>
            <a:pPr>
              <a:buNone/>
            </a:pPr>
            <a:r>
              <a:rPr lang="en-US" sz="3200" dirty="0"/>
              <a:t>Your goal:</a:t>
            </a:r>
            <a:br>
              <a:rPr lang="en-US" sz="3200" dirty="0"/>
            </a:br>
            <a:r>
              <a:rPr lang="en-US" sz="3200" b="1" dirty="0"/>
              <a:t>Make money. Beat other teams. Survive the market.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9661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A55ECE-A34E-DE30-957B-728F0A906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C1418-834D-27E1-5A27-E97381991020}"/>
              </a:ext>
            </a:extLst>
          </p:cNvPr>
          <p:cNvSpPr txBox="1"/>
          <p:nvPr/>
        </p:nvSpPr>
        <p:spPr>
          <a:xfrm>
            <a:off x="364921" y="64584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Story Setup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86E21-A4E1-4090-B4D0-E3FBE34F05C6}"/>
              </a:ext>
            </a:extLst>
          </p:cNvPr>
          <p:cNvSpPr txBox="1"/>
          <p:nvPr/>
        </p:nvSpPr>
        <p:spPr>
          <a:xfrm>
            <a:off x="444616" y="1543141"/>
            <a:ext cx="824218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Your Business</a:t>
            </a:r>
          </a:p>
          <a:p>
            <a:pPr>
              <a:buNone/>
            </a:pPr>
            <a:r>
              <a:rPr lang="en-US" sz="2800" dirty="0"/>
              <a:t>You own a small online store.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Each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Customers come to buy your product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You must decide how many units to order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888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C6AF79-5311-21C7-CCF0-FACD0BB6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2B75CC-144F-9226-B3C0-86F66FB33DA0}"/>
              </a:ext>
            </a:extLst>
          </p:cNvPr>
          <p:cNvSpPr txBox="1"/>
          <p:nvPr/>
        </p:nvSpPr>
        <p:spPr>
          <a:xfrm>
            <a:off x="390088" y="67940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The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3C719-6B50-C73C-3A55-47D5E5E49F11}"/>
              </a:ext>
            </a:extLst>
          </p:cNvPr>
          <p:cNvSpPr txBox="1"/>
          <p:nvPr/>
        </p:nvSpPr>
        <p:spPr>
          <a:xfrm>
            <a:off x="465588" y="1853534"/>
            <a:ext cx="77975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The Reality of Business</a:t>
            </a:r>
          </a:p>
          <a:p>
            <a:pPr>
              <a:buNone/>
            </a:pPr>
            <a:r>
              <a:rPr lang="en-US" sz="2800" dirty="0"/>
              <a:t>You don’t know the “perfect” decision.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If you…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Order too little → customers leave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Order too much → money is wasted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FE45A3-3973-531E-348E-75736276D8FE}"/>
              </a:ext>
            </a:extLst>
          </p:cNvPr>
          <p:cNvSpPr txBox="1"/>
          <p:nvPr/>
        </p:nvSpPr>
        <p:spPr>
          <a:xfrm>
            <a:off x="903914" y="4828161"/>
            <a:ext cx="73361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Welcome to supply chain management</a:t>
            </a:r>
          </a:p>
        </p:txBody>
      </p:sp>
    </p:spTree>
    <p:extLst>
      <p:ext uri="{BB962C8B-B14F-4D97-AF65-F5344CB8AC3E}">
        <p14:creationId xmlns:p14="http://schemas.microsoft.com/office/powerpoint/2010/main" val="2465096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7F59B7-B78C-3D79-6FD4-F68114DA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EBCA2-E6E8-40CB-4AEE-6EBD7093A634}"/>
              </a:ext>
            </a:extLst>
          </p:cNvPr>
          <p:cNvSpPr txBox="1"/>
          <p:nvPr/>
        </p:nvSpPr>
        <p:spPr>
          <a:xfrm>
            <a:off x="306198" y="59551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How to Play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BFCD8-BD22-FD9F-007D-AD81A73D5C4A}"/>
              </a:ext>
            </a:extLst>
          </p:cNvPr>
          <p:cNvSpPr txBox="1"/>
          <p:nvPr/>
        </p:nvSpPr>
        <p:spPr>
          <a:xfrm>
            <a:off x="306198" y="1434517"/>
            <a:ext cx="7923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Open Excel File: </a:t>
            </a:r>
            <a:r>
              <a:rPr lang="en-US" sz="2400" dirty="0" err="1"/>
              <a:t>Supply_chain_game_students.xlsx</a:t>
            </a:r>
            <a:r>
              <a:rPr lang="en-US" sz="2400" dirty="0"/>
              <a:t> in Week 13</a:t>
            </a:r>
          </a:p>
        </p:txBody>
      </p:sp>
      <p:pic>
        <p:nvPicPr>
          <p:cNvPr id="9" name="Picture 8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49E6FB62-F715-862D-BC71-A0B7B105D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98" y="1988964"/>
            <a:ext cx="8318256" cy="324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66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ACCBD2-A51B-CE9F-A91C-63E67BC17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F443E-3CE5-B636-2183-19677C341869}"/>
              </a:ext>
            </a:extLst>
          </p:cNvPr>
          <p:cNvSpPr txBox="1"/>
          <p:nvPr/>
        </p:nvSpPr>
        <p:spPr>
          <a:xfrm>
            <a:off x="339754" y="63745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Your ONLY Decision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4B15C2-0CD9-8976-E139-E1506FFA59EE}"/>
              </a:ext>
            </a:extLst>
          </p:cNvPr>
          <p:cNvSpPr txBox="1"/>
          <p:nvPr/>
        </p:nvSpPr>
        <p:spPr>
          <a:xfrm>
            <a:off x="339754" y="1358746"/>
            <a:ext cx="68831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What You Control</a:t>
            </a:r>
          </a:p>
          <a:p>
            <a:pPr>
              <a:buNone/>
            </a:pPr>
            <a:r>
              <a:rPr lang="en-US" sz="2800" dirty="0"/>
              <a:t>Each week, your group only decides:</a:t>
            </a:r>
          </a:p>
          <a:p>
            <a:pPr>
              <a:buNone/>
            </a:pPr>
            <a:r>
              <a:rPr lang="en-US" sz="2800" b="1" dirty="0"/>
              <a:t>Order Decision (Column C)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CBFBC8-20CB-0D0F-AFFF-6E32D5E93E92}"/>
              </a:ext>
            </a:extLst>
          </p:cNvPr>
          <p:cNvSpPr txBox="1"/>
          <p:nvPr/>
        </p:nvSpPr>
        <p:spPr>
          <a:xfrm>
            <a:off x="339754" y="3086096"/>
            <a:ext cx="814990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Everything else is automatic: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Inventory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Sales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Shortage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Profit </a:t>
            </a:r>
          </a:p>
          <a:p>
            <a:pPr>
              <a:buNone/>
            </a:pPr>
            <a:r>
              <a:rPr lang="en-US" sz="2800" dirty="0"/>
              <a:t>You focus on </a:t>
            </a:r>
            <a:r>
              <a:rPr lang="en-US" sz="2800" b="1" dirty="0"/>
              <a:t>decision-making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411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114453-1424-DA74-85EE-A6E04868B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6B41C-CFE9-1057-4207-0146365BF6C5}"/>
              </a:ext>
            </a:extLst>
          </p:cNvPr>
          <p:cNvSpPr txBox="1"/>
          <p:nvPr/>
        </p:nvSpPr>
        <p:spPr>
          <a:xfrm>
            <a:off x="348144" y="61228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How Each Week Works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E0122-4855-9121-87F3-D3A4D0B7E256}"/>
              </a:ext>
            </a:extLst>
          </p:cNvPr>
          <p:cNvSpPr txBox="1"/>
          <p:nvPr/>
        </p:nvSpPr>
        <p:spPr>
          <a:xfrm>
            <a:off x="348144" y="1467640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Weekly Process</a:t>
            </a:r>
          </a:p>
          <a:p>
            <a:pPr>
              <a:buNone/>
            </a:pPr>
            <a:r>
              <a:rPr lang="en-US" sz="2400" dirty="0"/>
              <a:t>Every week: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You decide how much to order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Customers show up (Demand)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You sell what you have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0426DE-5C75-6A2A-DA1B-DAC4DF183024}"/>
              </a:ext>
            </a:extLst>
          </p:cNvPr>
          <p:cNvSpPr txBox="1"/>
          <p:nvPr/>
        </p:nvSpPr>
        <p:spPr>
          <a:xfrm>
            <a:off x="348144" y="4047499"/>
            <a:ext cx="70173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i="1" dirty="0">
                <a:solidFill>
                  <a:srgbClr val="C00000"/>
                </a:solidFill>
              </a:rPr>
              <a:t>Key rule:</a:t>
            </a:r>
          </a:p>
          <a:p>
            <a:pPr>
              <a:buNone/>
            </a:pPr>
            <a:r>
              <a:rPr lang="en-US" sz="2800" b="1" i="1" dirty="0">
                <a:solidFill>
                  <a:srgbClr val="C00000"/>
                </a:solidFill>
              </a:rPr>
              <a:t>“You can only sell what you have.”</a:t>
            </a:r>
          </a:p>
        </p:txBody>
      </p:sp>
    </p:spTree>
    <p:extLst>
      <p:ext uri="{BB962C8B-B14F-4D97-AF65-F5344CB8AC3E}">
        <p14:creationId xmlns:p14="http://schemas.microsoft.com/office/powerpoint/2010/main" val="1638786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83397C-E37A-7E63-1058-B3296C6C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13C81-1CBC-C2FE-87E5-116F054FB120}"/>
              </a:ext>
            </a:extLst>
          </p:cNvPr>
          <p:cNvSpPr txBox="1"/>
          <p:nvPr/>
        </p:nvSpPr>
        <p:spPr>
          <a:xfrm>
            <a:off x="381699" y="712956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What Happens Next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CB2441-7C59-0AFE-500E-65B5A47DD282}"/>
              </a:ext>
            </a:extLst>
          </p:cNvPr>
          <p:cNvSpPr txBox="1"/>
          <p:nvPr/>
        </p:nvSpPr>
        <p:spPr>
          <a:xfrm>
            <a:off x="440422" y="1610253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Two Possible Mistakes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❌ Not enough inventory</a:t>
            </a:r>
          </a:p>
          <a:p>
            <a:pPr>
              <a:buNone/>
            </a:pPr>
            <a:r>
              <a:rPr lang="en-US" sz="2400" dirty="0"/>
              <a:t>→ Lost sales → unhappy customers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❌ Too much inventory</a:t>
            </a:r>
          </a:p>
          <a:p>
            <a:pPr>
              <a:buNone/>
            </a:pPr>
            <a:r>
              <a:rPr lang="en-US" sz="2400" dirty="0"/>
              <a:t>→ Extra cost → wasted money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C450F2-C5F3-A10D-F6A3-9F6533F8278B}"/>
              </a:ext>
            </a:extLst>
          </p:cNvPr>
          <p:cNvSpPr txBox="1"/>
          <p:nvPr/>
        </p:nvSpPr>
        <p:spPr>
          <a:xfrm>
            <a:off x="541090" y="472452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Both hurt your profit.</a:t>
            </a:r>
          </a:p>
        </p:txBody>
      </p:sp>
    </p:spTree>
    <p:extLst>
      <p:ext uri="{BB962C8B-B14F-4D97-AF65-F5344CB8AC3E}">
        <p14:creationId xmlns:p14="http://schemas.microsoft.com/office/powerpoint/2010/main" val="3923402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5606ED-95EA-B51D-7C1B-5C5D80DE1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8971F-7762-9A11-1570-989C0B00B4D8}"/>
              </a:ext>
            </a:extLst>
          </p:cNvPr>
          <p:cNvSpPr txBox="1"/>
          <p:nvPr/>
        </p:nvSpPr>
        <p:spPr>
          <a:xfrm>
            <a:off x="390088" y="67940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How You Make Money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0349C7-D84B-637A-B525-A91B83026737}"/>
              </a:ext>
            </a:extLst>
          </p:cNvPr>
          <p:cNvSpPr txBox="1"/>
          <p:nvPr/>
        </p:nvSpPr>
        <p:spPr>
          <a:xfrm>
            <a:off x="390088" y="1471754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Profit Logic (Simple Version)</a:t>
            </a:r>
          </a:p>
          <a:p>
            <a:pPr>
              <a:buNone/>
            </a:pPr>
            <a:r>
              <a:rPr lang="en-US" sz="2400" dirty="0"/>
              <a:t>You earn money when:</a:t>
            </a:r>
            <a:br>
              <a:rPr lang="en-US" sz="2400" dirty="0"/>
            </a:br>
            <a:r>
              <a:rPr lang="en-US" sz="2400" dirty="0"/>
              <a:t>You sell products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You lose money when:</a:t>
            </a:r>
            <a:br>
              <a:rPr lang="en-US" sz="2400" dirty="0"/>
            </a:br>
            <a:r>
              <a:rPr lang="en-US" sz="2400" dirty="0"/>
              <a:t>You order too much</a:t>
            </a:r>
            <a:br>
              <a:rPr lang="en-US" sz="2400" dirty="0"/>
            </a:br>
            <a:r>
              <a:rPr lang="en-US" sz="2400" dirty="0"/>
              <a:t>You cannot meet demand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286939-9D70-5785-9A83-3F2E49723CC7}"/>
              </a:ext>
            </a:extLst>
          </p:cNvPr>
          <p:cNvSpPr txBox="1"/>
          <p:nvPr/>
        </p:nvSpPr>
        <p:spPr>
          <a:xfrm>
            <a:off x="465589" y="4356989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Example Scenario</a:t>
            </a:r>
          </a:p>
          <a:p>
            <a:pPr>
              <a:buNone/>
            </a:pPr>
            <a:r>
              <a:rPr lang="en-US" sz="2400" dirty="0"/>
              <a:t>Demand =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Order 5 → You lose customers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Order 30 → You waste money</a:t>
            </a:r>
          </a:p>
        </p:txBody>
      </p:sp>
    </p:spTree>
    <p:extLst>
      <p:ext uri="{BB962C8B-B14F-4D97-AF65-F5344CB8AC3E}">
        <p14:creationId xmlns:p14="http://schemas.microsoft.com/office/powerpoint/2010/main" val="1709178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1CD083-64E1-7DBF-A5BF-DDD0B6A0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6DE76D-236C-7D33-C30A-FB79B7D787A9}"/>
              </a:ext>
            </a:extLst>
          </p:cNvPr>
          <p:cNvSpPr txBox="1"/>
          <p:nvPr/>
        </p:nvSpPr>
        <p:spPr>
          <a:xfrm>
            <a:off x="457200" y="76329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Team 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1CCF5B-AB13-8F38-4C27-9FC9763082AB}"/>
              </a:ext>
            </a:extLst>
          </p:cNvPr>
          <p:cNvSpPr txBox="1"/>
          <p:nvPr/>
        </p:nvSpPr>
        <p:spPr>
          <a:xfrm>
            <a:off x="515923" y="1517974"/>
            <a:ext cx="66734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Work as a Team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Discuss with your group: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Should we be aggressive?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Should we be conservative?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Should we change strategy over time?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86A19D-BA1D-D08E-F8A9-30A23024CF85}"/>
              </a:ext>
            </a:extLst>
          </p:cNvPr>
          <p:cNvSpPr txBox="1"/>
          <p:nvPr/>
        </p:nvSpPr>
        <p:spPr>
          <a:xfrm>
            <a:off x="515923" y="4054930"/>
            <a:ext cx="76213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This is a Competition</a:t>
            </a:r>
          </a:p>
          <a:p>
            <a:pPr>
              <a:buNone/>
            </a:pPr>
            <a:r>
              <a:rPr lang="en-US" sz="2400" dirty="0"/>
              <a:t>Each week:</a:t>
            </a:r>
          </a:p>
          <a:p>
            <a:pPr>
              <a:buNone/>
            </a:pPr>
            <a:r>
              <a:rPr lang="en-US" sz="2400" dirty="0"/>
              <a:t>You will report your </a:t>
            </a:r>
            <a:r>
              <a:rPr lang="en-US" sz="2400" b="1" dirty="0"/>
              <a:t>weekly profit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I will display the results for all groups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52872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320B4E-C5DD-7FBE-705E-A4AF1681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A73B2-FEFE-F694-7287-CA75EE12330B}"/>
              </a:ext>
            </a:extLst>
          </p:cNvPr>
          <p:cNvSpPr txBox="1"/>
          <p:nvPr/>
        </p:nvSpPr>
        <p:spPr>
          <a:xfrm>
            <a:off x="314588" y="57873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Important Reminder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6C231-1EFA-99EF-E551-A4F940B837CE}"/>
              </a:ext>
            </a:extLst>
          </p:cNvPr>
          <p:cNvSpPr txBox="1"/>
          <p:nvPr/>
        </p:nvSpPr>
        <p:spPr>
          <a:xfrm>
            <a:off x="297809" y="1415177"/>
            <a:ext cx="884619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Your Profit Depends On:</a:t>
            </a:r>
          </a:p>
          <a:p>
            <a:pPr>
              <a:buNone/>
            </a:pPr>
            <a:r>
              <a:rPr lang="en-US" sz="2400" b="1" dirty="0"/>
              <a:t>You earn money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You sell products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$10 per unit sold</a:t>
            </a:r>
            <a:r>
              <a:rPr lang="en-US" sz="2400" dirty="0"/>
              <a:t> </a:t>
            </a:r>
          </a:p>
          <a:p>
            <a:pPr>
              <a:buNone/>
            </a:pPr>
            <a:br>
              <a:rPr lang="en-US" sz="2400" dirty="0"/>
            </a:br>
            <a:r>
              <a:rPr lang="en-US" sz="2400" b="1" dirty="0"/>
              <a:t>You lose money when:</a:t>
            </a:r>
          </a:p>
          <a:p>
            <a:pPr>
              <a:buNone/>
            </a:pPr>
            <a:r>
              <a:rPr lang="en-US" sz="2400" dirty="0"/>
              <a:t>You order too much, </a:t>
            </a:r>
            <a:r>
              <a:rPr lang="en-US" sz="2400" b="1" dirty="0"/>
              <a:t>Order cost: $4 per unit</a:t>
            </a:r>
            <a:r>
              <a:rPr lang="en-US" sz="2400" dirty="0"/>
              <a:t> </a:t>
            </a:r>
          </a:p>
          <a:p>
            <a:pPr>
              <a:buNone/>
            </a:pPr>
            <a:r>
              <a:rPr lang="en-US" sz="2400" dirty="0"/>
              <a:t>You have leftover inventory, </a:t>
            </a:r>
            <a:r>
              <a:rPr lang="en-US" sz="2400" b="1" dirty="0"/>
              <a:t>Holding cost: $1 per unit</a:t>
            </a:r>
            <a:r>
              <a:rPr lang="en-US" sz="2400" dirty="0"/>
              <a:t> </a:t>
            </a:r>
          </a:p>
          <a:p>
            <a:pPr>
              <a:buNone/>
            </a:pPr>
            <a:r>
              <a:rPr lang="en-US" sz="2400" dirty="0"/>
              <a:t>You cannot meet demand, </a:t>
            </a:r>
            <a:r>
              <a:rPr lang="en-US" sz="2400" b="1" dirty="0"/>
              <a:t>Shortage penalty: $5 per unit</a:t>
            </a:r>
            <a:r>
              <a:rPr lang="en-US" sz="2400" dirty="0"/>
              <a:t> 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 Your Goal: Maximize TOTAL profit across 5 weeks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769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36B5F-A751-7F3B-EC18-D5B8947CC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67332-C62C-0DD2-A2A5-A0A1AAAE1770}"/>
              </a:ext>
            </a:extLst>
          </p:cNvPr>
          <p:cNvSpPr txBox="1"/>
          <p:nvPr/>
        </p:nvSpPr>
        <p:spPr>
          <a:xfrm>
            <a:off x="377687" y="709856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Pause and Reflect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3AE07A-D210-5183-82BC-81EA2D12627F}"/>
              </a:ext>
            </a:extLst>
          </p:cNvPr>
          <p:cNvSpPr txBox="1"/>
          <p:nvPr/>
        </p:nvSpPr>
        <p:spPr>
          <a:xfrm>
            <a:off x="377687" y="1674674"/>
            <a:ext cx="876631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Think about your group’s decisions:</a:t>
            </a:r>
          </a:p>
          <a:p>
            <a:pPr>
              <a:buNone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Did your group ever run out of stock?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Did your group ever order too much?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Did your strategy change from Week 1 to Week 5?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What was the hardest part of the game?</a:t>
            </a:r>
          </a:p>
        </p:txBody>
      </p:sp>
    </p:spTree>
    <p:extLst>
      <p:ext uri="{BB962C8B-B14F-4D97-AF65-F5344CB8AC3E}">
        <p14:creationId xmlns:p14="http://schemas.microsoft.com/office/powerpoint/2010/main" val="820478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7C5F50-128E-0FD0-75FC-7343414E5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90DAA-3201-1C49-FEBE-90852F740A51}"/>
              </a:ext>
            </a:extLst>
          </p:cNvPr>
          <p:cNvSpPr txBox="1"/>
          <p:nvPr/>
        </p:nvSpPr>
        <p:spPr>
          <a:xfrm>
            <a:off x="298174" y="670099"/>
            <a:ext cx="7424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What Did You Just Experience?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2B29D3-A6C6-FBCF-42FD-E230FC2EB059}"/>
              </a:ext>
            </a:extLst>
          </p:cNvPr>
          <p:cNvSpPr txBox="1"/>
          <p:nvPr/>
        </p:nvSpPr>
        <p:spPr>
          <a:xfrm>
            <a:off x="387625" y="1490008"/>
            <a:ext cx="76233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In the game, your group had to manage: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much to order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much inventory to carry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to avoid shortage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to earn profit while controlling cost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BB28AA-B620-63FA-A925-0B916C5935D8}"/>
              </a:ext>
            </a:extLst>
          </p:cNvPr>
          <p:cNvSpPr txBox="1"/>
          <p:nvPr/>
        </p:nvSpPr>
        <p:spPr>
          <a:xfrm>
            <a:off x="387625" y="3664134"/>
            <a:ext cx="80308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That is exactly the logic of Supply Chain Management</a:t>
            </a:r>
          </a:p>
          <a:p>
            <a:pPr>
              <a:buNone/>
            </a:pPr>
            <a:r>
              <a:rPr lang="en-US" sz="2400" dirty="0"/>
              <a:t>Supply chain management is about making sure the right products are available: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the right amount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at the right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at the right cost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002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F33D1F-42E5-E58C-6FEB-D97F9E42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E5DDD-4C1C-937C-94E4-7D5A97F41AC7}"/>
              </a:ext>
            </a:extLst>
          </p:cNvPr>
          <p:cNvSpPr txBox="1"/>
          <p:nvPr/>
        </p:nvSpPr>
        <p:spPr>
          <a:xfrm>
            <a:off x="318052" y="680038"/>
            <a:ext cx="6430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The Real Problem Starts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5C1A57-0257-8689-0DD1-3B3D484026D4}"/>
              </a:ext>
            </a:extLst>
          </p:cNvPr>
          <p:cNvSpPr txBox="1"/>
          <p:nvPr/>
        </p:nvSpPr>
        <p:spPr>
          <a:xfrm>
            <a:off x="318051" y="1427811"/>
            <a:ext cx="67089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The real problem: Demand is uncertain</a:t>
            </a:r>
          </a:p>
          <a:p>
            <a:pPr>
              <a:buNone/>
            </a:pPr>
            <a:r>
              <a:rPr lang="en-US" sz="2400" dirty="0"/>
              <a:t>In the game, you knew demand.</a:t>
            </a:r>
          </a:p>
          <a:p>
            <a:pPr>
              <a:buNone/>
            </a:pPr>
            <a:r>
              <a:rPr lang="en-US" sz="2400" dirty="0"/>
              <a:t>That made your decision easier.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55905A-E062-5C0B-137A-883EEA13C075}"/>
              </a:ext>
            </a:extLst>
          </p:cNvPr>
          <p:cNvSpPr txBox="1"/>
          <p:nvPr/>
        </p:nvSpPr>
        <p:spPr>
          <a:xfrm>
            <a:off x="318051" y="2915531"/>
            <a:ext cx="670891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But in real business:</a:t>
            </a:r>
          </a:p>
          <a:p>
            <a:pPr>
              <a:buNone/>
            </a:pPr>
            <a:r>
              <a:rPr lang="en-US" sz="2400" dirty="0"/>
              <a:t>Companies do NOT know future demand</a:t>
            </a:r>
            <a:br>
              <a:rPr lang="en-US" sz="2400" dirty="0"/>
            </a:br>
            <a:r>
              <a:rPr lang="en-US" sz="2400" dirty="0"/>
              <a:t>Customers are unpredictable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/>
              <a:t>So firms must ask:</a:t>
            </a:r>
          </a:p>
          <a:p>
            <a:pPr>
              <a:buNone/>
            </a:pPr>
            <a:r>
              <a:rPr lang="en-US" sz="2400" dirty="0"/>
              <a:t>“How much should we order…</a:t>
            </a:r>
            <a:br>
              <a:rPr lang="en-US" sz="2400" dirty="0"/>
            </a:br>
            <a:r>
              <a:rPr lang="en-US" sz="2400" dirty="0"/>
              <a:t>when we don’t know what will happen?”</a:t>
            </a:r>
          </a:p>
        </p:txBody>
      </p:sp>
    </p:spTree>
    <p:extLst>
      <p:ext uri="{BB962C8B-B14F-4D97-AF65-F5344CB8AC3E}">
        <p14:creationId xmlns:p14="http://schemas.microsoft.com/office/powerpoint/2010/main" val="2945110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A1646A-390B-9DE5-2509-F1D5BD88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59B87-B498-BFB8-4E0B-B0EC45D4F907}"/>
              </a:ext>
            </a:extLst>
          </p:cNvPr>
          <p:cNvSpPr txBox="1"/>
          <p:nvPr/>
        </p:nvSpPr>
        <p:spPr>
          <a:xfrm>
            <a:off x="327991" y="1268392"/>
            <a:ext cx="82196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You must make a decision before knowing the future</a:t>
            </a:r>
          </a:p>
          <a:p>
            <a:pPr>
              <a:buNone/>
            </a:pPr>
            <a:r>
              <a:rPr lang="en-US" sz="2800" dirty="0"/>
              <a:t>How much should you order?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CD117-6277-0DE1-EC4C-6F8380213782}"/>
              </a:ext>
            </a:extLst>
          </p:cNvPr>
          <p:cNvSpPr txBox="1"/>
          <p:nvPr/>
        </p:nvSpPr>
        <p:spPr>
          <a:xfrm>
            <a:off x="327991" y="53095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So You Have to Decide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06D4B8-9172-C592-4CB4-917EBA092197}"/>
              </a:ext>
            </a:extLst>
          </p:cNvPr>
          <p:cNvSpPr txBox="1"/>
          <p:nvPr/>
        </p:nvSpPr>
        <p:spPr>
          <a:xfrm>
            <a:off x="327991" y="2488931"/>
            <a:ext cx="67387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This is an Inventory Decision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Order too little → shortage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Order too much → leftover inventory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C40931-07ED-A538-1CD1-A723AB1FD791}"/>
              </a:ext>
            </a:extLst>
          </p:cNvPr>
          <p:cNvSpPr txBox="1"/>
          <p:nvPr/>
        </p:nvSpPr>
        <p:spPr>
          <a:xfrm>
            <a:off x="394251" y="4035337"/>
            <a:ext cx="72655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From your game:</a:t>
            </a:r>
          </a:p>
          <a:p>
            <a:pPr>
              <a:buNone/>
            </a:pPr>
            <a:r>
              <a:rPr lang="en-US" sz="2400" dirty="0"/>
              <a:t>Different groups made different decisions</a:t>
            </a:r>
            <a:br>
              <a:rPr lang="en-US" sz="2400" dirty="0"/>
            </a:br>
            <a:r>
              <a:rPr lang="en-US" sz="2400" dirty="0"/>
              <a:t>→ and got very different profits</a:t>
            </a:r>
          </a:p>
        </p:txBody>
      </p:sp>
    </p:spTree>
    <p:extLst>
      <p:ext uri="{BB962C8B-B14F-4D97-AF65-F5344CB8AC3E}">
        <p14:creationId xmlns:p14="http://schemas.microsoft.com/office/powerpoint/2010/main" val="2982713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65A00C-CB57-3453-F7C5-542518011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DCF70-A065-1DBB-E3AF-E35B11B41E0C}"/>
              </a:ext>
            </a:extLst>
          </p:cNvPr>
          <p:cNvSpPr txBox="1"/>
          <p:nvPr/>
        </p:nvSpPr>
        <p:spPr>
          <a:xfrm>
            <a:off x="387626" y="71979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Why Is It So Hard?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CCE12-557A-3DB7-3270-25E8802525D5}"/>
              </a:ext>
            </a:extLst>
          </p:cNvPr>
          <p:cNvSpPr txBox="1"/>
          <p:nvPr/>
        </p:nvSpPr>
        <p:spPr>
          <a:xfrm>
            <a:off x="467139" y="1555331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Because of Trade-Offs</a:t>
            </a:r>
          </a:p>
          <a:p>
            <a:pPr>
              <a:buNone/>
            </a:pPr>
            <a:r>
              <a:rPr lang="en-US" sz="2400" dirty="0"/>
              <a:t>There is no perfect decision.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3A61B-E6B9-E5D5-B4B9-653D9AE2B179}"/>
              </a:ext>
            </a:extLst>
          </p:cNvPr>
          <p:cNvSpPr txBox="1"/>
          <p:nvPr/>
        </p:nvSpPr>
        <p:spPr>
          <a:xfrm>
            <a:off x="546652" y="2512081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If you order too little: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save 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risk shortage </a:t>
            </a:r>
          </a:p>
          <a:p>
            <a:pPr>
              <a:buNone/>
            </a:pPr>
            <a:r>
              <a:rPr lang="en-US" sz="2400" b="1" dirty="0"/>
              <a:t>If you order too much: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avoid shortage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increase cost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3DA3D-7E1C-27EA-CBB1-0BE81344B76F}"/>
              </a:ext>
            </a:extLst>
          </p:cNvPr>
          <p:cNvSpPr txBox="1"/>
          <p:nvPr/>
        </p:nvSpPr>
        <p:spPr>
          <a:xfrm>
            <a:off x="546652" y="5041059"/>
            <a:ext cx="83985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You are choosing </a:t>
            </a:r>
            <a:r>
              <a:rPr lang="en-US" sz="2800" b="1" dirty="0"/>
              <a:t>which mistake to make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91065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E4DFA0-BB9E-B057-EE29-697F1C75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ED536E-B914-4B01-9C70-D3D7DE8CF557}"/>
              </a:ext>
            </a:extLst>
          </p:cNvPr>
          <p:cNvSpPr txBox="1"/>
          <p:nvPr/>
        </p:nvSpPr>
        <p:spPr>
          <a:xfrm>
            <a:off x="347870" y="68003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Now Imagine This…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3D10B-D951-E95D-9BAC-38ABC8209F5A}"/>
              </a:ext>
            </a:extLst>
          </p:cNvPr>
          <p:cNvSpPr txBox="1"/>
          <p:nvPr/>
        </p:nvSpPr>
        <p:spPr>
          <a:xfrm>
            <a:off x="347870" y="1379020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Now imagine you are NOT alone</a:t>
            </a:r>
          </a:p>
          <a:p>
            <a:pPr>
              <a:buNone/>
            </a:pPr>
            <a:r>
              <a:rPr lang="en-US" sz="2400" dirty="0"/>
              <a:t>In real life, supply chains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suppliers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manufacturers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warehouses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retailers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D77C8E-309E-0E56-9725-A24D28B6351F}"/>
              </a:ext>
            </a:extLst>
          </p:cNvPr>
          <p:cNvSpPr txBox="1"/>
          <p:nvPr/>
        </p:nvSpPr>
        <p:spPr>
          <a:xfrm>
            <a:off x="447259" y="3801551"/>
            <a:ext cx="72655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Each one makes decisions separately</a:t>
            </a:r>
          </a:p>
          <a:p>
            <a:pPr>
              <a:buNone/>
            </a:pPr>
            <a:r>
              <a:rPr lang="en-US" sz="2400" dirty="0"/>
              <a:t>What could go wrong?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247FBC-9B59-0A26-01FC-1F297ADFADAE}"/>
              </a:ext>
            </a:extLst>
          </p:cNvPr>
          <p:cNvSpPr txBox="1"/>
          <p:nvPr/>
        </p:nvSpPr>
        <p:spPr>
          <a:xfrm>
            <a:off x="447258" y="4940451"/>
            <a:ext cx="82395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Small changes become big problems, This is called the </a:t>
            </a:r>
            <a:r>
              <a:rPr lang="en-US" sz="3200" b="1" i="1" dirty="0">
                <a:solidFill>
                  <a:srgbClr val="C00000"/>
                </a:solidFill>
              </a:rPr>
              <a:t>Bullwhip Effect</a:t>
            </a:r>
            <a:endParaRPr lang="en-US" sz="32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494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CC3D3D-C896-C873-62FB-DE89118EB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5315C-62C9-B24D-EDFE-799EFA2CDFB8}"/>
              </a:ext>
            </a:extLst>
          </p:cNvPr>
          <p:cNvSpPr txBox="1"/>
          <p:nvPr/>
        </p:nvSpPr>
        <p:spPr>
          <a:xfrm>
            <a:off x="337930" y="590586"/>
            <a:ext cx="79612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So What Is Supply Chain Management?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FF04F1-EF09-D6CB-BC00-716598A6B9DA}"/>
              </a:ext>
            </a:extLst>
          </p:cNvPr>
          <p:cNvSpPr txBox="1"/>
          <p:nvPr/>
        </p:nvSpPr>
        <p:spPr>
          <a:xfrm>
            <a:off x="467139" y="1308796"/>
            <a:ext cx="75934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Supply Chain Management (SCM)</a:t>
            </a:r>
          </a:p>
          <a:p>
            <a:pPr>
              <a:buNone/>
            </a:pPr>
            <a:r>
              <a:rPr lang="en-US" sz="2400" dirty="0"/>
              <a:t>Managing the flow of: products, information, decisions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24351A-0C56-CC03-9E84-5772E5250B11}"/>
              </a:ext>
            </a:extLst>
          </p:cNvPr>
          <p:cNvSpPr txBox="1"/>
          <p:nvPr/>
        </p:nvSpPr>
        <p:spPr>
          <a:xfrm>
            <a:off x="536713" y="2312985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Goal:</a:t>
            </a:r>
          </a:p>
          <a:p>
            <a:pPr>
              <a:buNone/>
            </a:pPr>
            <a:r>
              <a:rPr lang="en-US" sz="2400" dirty="0"/>
              <a:t>✔ Meet demand</a:t>
            </a:r>
            <a:br>
              <a:rPr lang="en-US" sz="2400" dirty="0"/>
            </a:br>
            <a:r>
              <a:rPr lang="en-US" sz="2400" dirty="0"/>
              <a:t>✔ Minimize cost</a:t>
            </a:r>
            <a:br>
              <a:rPr lang="en-US" sz="2400" dirty="0"/>
            </a:br>
            <a:r>
              <a:rPr lang="en-US" sz="2400" dirty="0"/>
              <a:t>✔ Avoid chaos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D3FDB-0B5A-68EA-BC12-34A684712D61}"/>
              </a:ext>
            </a:extLst>
          </p:cNvPr>
          <p:cNvSpPr txBox="1"/>
          <p:nvPr/>
        </p:nvSpPr>
        <p:spPr>
          <a:xfrm>
            <a:off x="533400" y="4055837"/>
            <a:ext cx="70866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From your game, SCM includes: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forecasting demand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managing inventory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balancing trade-offs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coordinating decisions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053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D4AAF8-4E01-0EC0-76D8-39C62991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9E1394-E6FA-F8CF-57AB-BC0A757D4449}"/>
              </a:ext>
            </a:extLst>
          </p:cNvPr>
          <p:cNvSpPr txBox="1"/>
          <p:nvPr/>
        </p:nvSpPr>
        <p:spPr>
          <a:xfrm>
            <a:off x="427382" y="60052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SCM → CRM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02D55-52D0-505F-E10C-06457AFEC626}"/>
              </a:ext>
            </a:extLst>
          </p:cNvPr>
          <p:cNvSpPr txBox="1"/>
          <p:nvPr/>
        </p:nvSpPr>
        <p:spPr>
          <a:xfrm>
            <a:off x="427381" y="1329324"/>
            <a:ext cx="795130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We focused on products… but what about customers?</a:t>
            </a:r>
          </a:p>
          <a:p>
            <a:pPr>
              <a:buNone/>
            </a:pPr>
            <a:r>
              <a:rPr lang="en-US" sz="2400" dirty="0"/>
              <a:t>In the supply chain game, your goal was: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manage 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meet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maximize profit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31178-992F-0478-0398-AEF389CF66C5}"/>
              </a:ext>
            </a:extLst>
          </p:cNvPr>
          <p:cNvSpPr txBox="1"/>
          <p:nvPr/>
        </p:nvSpPr>
        <p:spPr>
          <a:xfrm>
            <a:off x="467138" y="342900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But think about this:</a:t>
            </a:r>
          </a:p>
          <a:p>
            <a:pPr>
              <a:buNone/>
            </a:pPr>
            <a:r>
              <a:rPr lang="en-US" sz="2400" dirty="0"/>
              <a:t>Where does demand come from?</a:t>
            </a:r>
          </a:p>
          <a:p>
            <a:pPr>
              <a:buNone/>
            </a:pPr>
            <a:r>
              <a:rPr lang="en-US" sz="2400" b="1" dirty="0"/>
              <a:t>Customers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9A909E-BF4A-2A7A-66DC-87026F8585C4}"/>
              </a:ext>
            </a:extLst>
          </p:cNvPr>
          <p:cNvSpPr txBox="1"/>
          <p:nvPr/>
        </p:nvSpPr>
        <p:spPr>
          <a:xfrm>
            <a:off x="467138" y="4875648"/>
            <a:ext cx="69176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New question:</a:t>
            </a:r>
          </a:p>
          <a:p>
            <a:pPr>
              <a:buNone/>
            </a:pPr>
            <a:r>
              <a:rPr lang="en-US" sz="2400" dirty="0"/>
              <a:t>“How do we manage customers, not just products?”</a:t>
            </a:r>
          </a:p>
        </p:txBody>
      </p:sp>
    </p:spTree>
    <p:extLst>
      <p:ext uri="{BB962C8B-B14F-4D97-AF65-F5344CB8AC3E}">
        <p14:creationId xmlns:p14="http://schemas.microsoft.com/office/powerpoint/2010/main" val="1971740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07AFFE-F828-B526-E421-8CAFE9FE4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5D1FC-D4B6-DA9C-E151-296E62325CD8}"/>
              </a:ext>
            </a:extLst>
          </p:cNvPr>
          <p:cNvSpPr txBox="1"/>
          <p:nvPr/>
        </p:nvSpPr>
        <p:spPr>
          <a:xfrm>
            <a:off x="377687" y="709855"/>
            <a:ext cx="78220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The Game: You Are Marketing Managers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C28D24-82DB-AD25-AE9F-23B5212E98A3}"/>
              </a:ext>
            </a:extLst>
          </p:cNvPr>
          <p:cNvSpPr txBox="1"/>
          <p:nvPr/>
        </p:nvSpPr>
        <p:spPr>
          <a:xfrm>
            <a:off x="377687" y="1469768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Your Role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dirty="0"/>
              <a:t>You are a </a:t>
            </a:r>
            <a:r>
              <a:rPr lang="en-US" sz="2000" b="1" dirty="0"/>
              <a:t>marketing team</a:t>
            </a:r>
            <a:r>
              <a:rPr lang="en-US" sz="2000" dirty="0"/>
              <a:t> in a company.</a:t>
            </a:r>
          </a:p>
          <a:p>
            <a:pPr>
              <a:buNone/>
            </a:pPr>
            <a:r>
              <a:rPr lang="en-US" sz="2000" dirty="0"/>
              <a:t>You have: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fixed advertising budget: </a:t>
            </a:r>
            <a:r>
              <a:rPr lang="en-US" sz="2000" b="1" dirty="0"/>
              <a:t>$200</a:t>
            </a: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5 customer segments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Different response rates and costs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6EEE6-9E1B-36E9-3D6F-2694869EA522}"/>
              </a:ext>
            </a:extLst>
          </p:cNvPr>
          <p:cNvSpPr txBox="1"/>
          <p:nvPr/>
        </p:nvSpPr>
        <p:spPr>
          <a:xfrm>
            <a:off x="377687" y="3891675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Your Goal</a:t>
            </a:r>
            <a:br>
              <a:rPr lang="en-US" sz="2000" dirty="0"/>
            </a:br>
            <a:r>
              <a:rPr lang="en-US" sz="2000" b="1" dirty="0"/>
              <a:t>Maximize total profit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9F2338-1E1B-DA15-F0E2-787D732A4060}"/>
              </a:ext>
            </a:extLst>
          </p:cNvPr>
          <p:cNvSpPr txBox="1"/>
          <p:nvPr/>
        </p:nvSpPr>
        <p:spPr>
          <a:xfrm>
            <a:off x="377687" y="488271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Key idea</a:t>
            </a:r>
            <a:br>
              <a:rPr lang="en-US" sz="2000" dirty="0"/>
            </a:br>
            <a:r>
              <a:rPr lang="en-US" sz="2000" dirty="0"/>
              <a:t>Not all customers are equally valuable.</a:t>
            </a:r>
          </a:p>
        </p:txBody>
      </p:sp>
    </p:spTree>
    <p:extLst>
      <p:ext uri="{BB962C8B-B14F-4D97-AF65-F5344CB8AC3E}">
        <p14:creationId xmlns:p14="http://schemas.microsoft.com/office/powerpoint/2010/main" val="1974202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E63778-9E97-21F7-929A-9CBC2863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9306B6-C9CC-4E5E-841F-B990A5F1FFB3}"/>
              </a:ext>
            </a:extLst>
          </p:cNvPr>
          <p:cNvSpPr txBox="1"/>
          <p:nvPr/>
        </p:nvSpPr>
        <p:spPr>
          <a:xfrm>
            <a:off x="298174" y="52101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How to Play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ED7E9-C436-E77C-43BD-DBB2E6B6D24B}"/>
              </a:ext>
            </a:extLst>
          </p:cNvPr>
          <p:cNvSpPr txBox="1"/>
          <p:nvPr/>
        </p:nvSpPr>
        <p:spPr>
          <a:xfrm>
            <a:off x="397565" y="1120676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Your Decision</a:t>
            </a:r>
          </a:p>
          <a:p>
            <a:pPr>
              <a:buNone/>
            </a:pPr>
            <a:br>
              <a:rPr lang="en-US" sz="2400" dirty="0"/>
            </a:br>
            <a:r>
              <a:rPr lang="en-US" sz="2400" dirty="0"/>
              <a:t>For each segment, choose:</a:t>
            </a:r>
          </a:p>
          <a:p>
            <a:pPr>
              <a:buNone/>
            </a:pPr>
            <a:r>
              <a:rPr lang="en-US" sz="2400" b="1" dirty="0"/>
              <a:t>How many customers to target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78D507-63E5-F873-9DB5-B2945A750D48}"/>
              </a:ext>
            </a:extLst>
          </p:cNvPr>
          <p:cNvSpPr txBox="1"/>
          <p:nvPr/>
        </p:nvSpPr>
        <p:spPr>
          <a:xfrm>
            <a:off x="397565" y="2790617"/>
            <a:ext cx="4572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Important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 are choosing </a:t>
            </a:r>
            <a:r>
              <a:rPr lang="en-US" sz="2000" b="1" dirty="0"/>
              <a:t>number of customers</a:t>
            </a:r>
            <a:r>
              <a:rPr lang="en-US" sz="2000" dirty="0"/>
              <a:t>, NOT money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Each customer has a 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Your total cost </a:t>
            </a:r>
            <a:r>
              <a:rPr lang="en-US" sz="2000" b="1" dirty="0"/>
              <a:t>cannot exceed $200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D62905-4BAD-2839-7D1B-9617A187164F}"/>
              </a:ext>
            </a:extLst>
          </p:cNvPr>
          <p:cNvSpPr txBox="1"/>
          <p:nvPr/>
        </p:nvSpPr>
        <p:spPr>
          <a:xfrm>
            <a:off x="397565" y="4583669"/>
            <a:ext cx="74642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How profit works</a:t>
            </a:r>
            <a:br>
              <a:rPr lang="en-US" sz="2400" dirty="0"/>
            </a:br>
            <a:r>
              <a:rPr lang="en-US" sz="2400" dirty="0"/>
              <a:t>Revenue = conversions × $20</a:t>
            </a:r>
            <a:br>
              <a:rPr lang="en-US" sz="2400" dirty="0"/>
            </a:br>
            <a:r>
              <a:rPr lang="en-US" sz="2400" dirty="0"/>
              <a:t>Conversions = target × response rate</a:t>
            </a:r>
            <a:br>
              <a:rPr lang="en-US" sz="2400" dirty="0"/>
            </a:br>
            <a:r>
              <a:rPr lang="en-US" sz="2400" dirty="0"/>
              <a:t>Profit = revenue − cost</a:t>
            </a:r>
          </a:p>
        </p:txBody>
      </p:sp>
    </p:spTree>
    <p:extLst>
      <p:ext uri="{BB962C8B-B14F-4D97-AF65-F5344CB8AC3E}">
        <p14:creationId xmlns:p14="http://schemas.microsoft.com/office/powerpoint/2010/main" val="2676353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15539A-C7F7-E40C-1918-C750228FB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602854-3772-0D97-8682-D6D2E85D7AF4}"/>
              </a:ext>
            </a:extLst>
          </p:cNvPr>
          <p:cNvSpPr txBox="1"/>
          <p:nvPr/>
        </p:nvSpPr>
        <p:spPr>
          <a:xfrm>
            <a:off x="357808" y="68997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Game 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3D0F26-618D-6B6B-C8A6-6808781620B3}"/>
              </a:ext>
            </a:extLst>
          </p:cNvPr>
          <p:cNvSpPr txBox="1"/>
          <p:nvPr/>
        </p:nvSpPr>
        <p:spPr>
          <a:xfrm>
            <a:off x="357807" y="1527457"/>
            <a:ext cx="63113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Round 1 — Try Your Best</a:t>
            </a:r>
            <a:br>
              <a:rPr lang="en-US" sz="2400" dirty="0"/>
            </a:br>
            <a:r>
              <a:rPr lang="en-US" sz="2400" dirty="0"/>
              <a:t>Make your decision based on intuition</a:t>
            </a:r>
            <a:br>
              <a:rPr lang="en-US" sz="2400" dirty="0"/>
            </a:br>
            <a:r>
              <a:rPr lang="en-US" sz="2400" dirty="0"/>
              <a:t>Don’t overthink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A44E1-24C3-878C-0399-E1552DB6EA53}"/>
              </a:ext>
            </a:extLst>
          </p:cNvPr>
          <p:cNvSpPr txBox="1"/>
          <p:nvPr/>
        </p:nvSpPr>
        <p:spPr>
          <a:xfrm>
            <a:off x="357807" y="3028266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Round 2 — Improve</a:t>
            </a:r>
            <a:br>
              <a:rPr lang="en-US" sz="2400" dirty="0"/>
            </a:br>
            <a:r>
              <a:rPr lang="en-US" sz="2400" dirty="0"/>
              <a:t>Now you understand the game</a:t>
            </a:r>
            <a:br>
              <a:rPr lang="en-US" sz="2400" dirty="0"/>
            </a:br>
            <a:r>
              <a:rPr lang="en-US" sz="2400" dirty="0"/>
              <a:t>Adjust your strategy to do better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F7628A-237C-2757-5508-C0FF91A9AADC}"/>
              </a:ext>
            </a:extLst>
          </p:cNvPr>
          <p:cNvSpPr txBox="1"/>
          <p:nvPr/>
        </p:nvSpPr>
        <p:spPr>
          <a:xfrm>
            <a:off x="357807" y="4531958"/>
            <a:ext cx="78817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Winner</a:t>
            </a:r>
            <a:br>
              <a:rPr lang="en-US" sz="2400" dirty="0"/>
            </a:br>
            <a:r>
              <a:rPr lang="en-US" sz="2400" dirty="0"/>
              <a:t>Group with the </a:t>
            </a:r>
            <a:r>
              <a:rPr lang="en-US" sz="2400" b="1" dirty="0"/>
              <a:t>highest total profit wins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71718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1D49D0-0B19-991D-8559-C1AC25C5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4" name="Picture 3" descr="A spreadsheet with numbers and text&#10;&#10;AI-generated content may be incorrect.">
            <a:extLst>
              <a:ext uri="{FF2B5EF4-FFF2-40B4-BE49-F238E27FC236}">
                <a16:creationId xmlns:a16="http://schemas.microsoft.com/office/drawing/2014/main" id="{54D9B23D-1DB3-CDDD-E0B7-7436757E8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199"/>
          <a:stretch>
            <a:fillRect/>
          </a:stretch>
        </p:blipFill>
        <p:spPr>
          <a:xfrm>
            <a:off x="306943" y="1138030"/>
            <a:ext cx="8530114" cy="458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87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6E64C6-AAEB-4F76-62CD-56D8F6DDB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4" name="Picture 3" descr="A spreadsheet with numbers and a few words&#10;&#10;AI-generated content may be incorrect.">
            <a:extLst>
              <a:ext uri="{FF2B5EF4-FFF2-40B4-BE49-F238E27FC236}">
                <a16:creationId xmlns:a16="http://schemas.microsoft.com/office/drawing/2014/main" id="{D15D7A4F-66F3-C179-73DD-1EA5BA27F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63" y="425175"/>
            <a:ext cx="7957102" cy="544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8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0C3807-6E6A-252F-5B3A-F4DF07180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2B870C-226C-9EA7-AA91-E349885A1233}"/>
              </a:ext>
            </a:extLst>
          </p:cNvPr>
          <p:cNvSpPr txBox="1"/>
          <p:nvPr/>
        </p:nvSpPr>
        <p:spPr>
          <a:xfrm>
            <a:off x="357809" y="61046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From Supply to Demand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3D353-C791-6CE3-EACC-F503CBFF4E1A}"/>
              </a:ext>
            </a:extLst>
          </p:cNvPr>
          <p:cNvSpPr txBox="1"/>
          <p:nvPr/>
        </p:nvSpPr>
        <p:spPr>
          <a:xfrm>
            <a:off x="357808" y="1457884"/>
            <a:ext cx="68679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From Supply Chain to Customers</a:t>
            </a:r>
          </a:p>
          <a:p>
            <a:pPr>
              <a:buNone/>
            </a:pPr>
            <a:r>
              <a:rPr lang="en-US" sz="2400" dirty="0"/>
              <a:t>In the previous game, you focused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managing inventory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making ordering decisions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balancing shortage and cost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072B8-4E33-BD78-A677-7C3471558455}"/>
              </a:ext>
            </a:extLst>
          </p:cNvPr>
          <p:cNvSpPr txBox="1"/>
          <p:nvPr/>
        </p:nvSpPr>
        <p:spPr>
          <a:xfrm>
            <a:off x="357808" y="3748972"/>
            <a:ext cx="65101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Now we shift the focus:</a:t>
            </a:r>
            <a:br>
              <a:rPr lang="en-US" sz="2400" dirty="0"/>
            </a:br>
            <a:r>
              <a:rPr lang="en-US" sz="2400" b="1" dirty="0"/>
              <a:t>From products → to customers</a:t>
            </a:r>
            <a:endParaRPr lang="en-US" sz="2400" dirty="0"/>
          </a:p>
          <a:p>
            <a:pPr>
              <a:buNone/>
            </a:pPr>
            <a:br>
              <a:rPr lang="en-US" sz="2400" dirty="0"/>
            </a:br>
            <a:r>
              <a:rPr lang="en-US" sz="2400" b="1" dirty="0"/>
              <a:t>Key question:</a:t>
            </a:r>
            <a:br>
              <a:rPr lang="en-US" sz="2400" dirty="0"/>
            </a:br>
            <a:r>
              <a:rPr lang="en-US" sz="2400" b="1" dirty="0"/>
              <a:t>Where does demand come from?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67068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23D625-0DF5-5E9F-71A9-79CD6EC5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D805DA-123A-0A72-BCB3-8061EBF96DAC}"/>
              </a:ext>
            </a:extLst>
          </p:cNvPr>
          <p:cNvSpPr txBox="1"/>
          <p:nvPr/>
        </p:nvSpPr>
        <p:spPr>
          <a:xfrm>
            <a:off x="417444" y="67009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What Is CRM?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B19DC-39BD-EB6E-D4F7-F56C2F5BDC08}"/>
              </a:ext>
            </a:extLst>
          </p:cNvPr>
          <p:cNvSpPr txBox="1"/>
          <p:nvPr/>
        </p:nvSpPr>
        <p:spPr>
          <a:xfrm>
            <a:off x="417444" y="1873589"/>
            <a:ext cx="71959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Customer Relationship Management (CRM)</a:t>
            </a:r>
          </a:p>
          <a:p>
            <a:pPr>
              <a:buNone/>
            </a:pPr>
            <a:r>
              <a:rPr lang="en-US" sz="2400" dirty="0"/>
              <a:t>CRM is the process of managing: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customer interactions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customer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customer decisions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D442CC-06B2-8F24-4C6E-1A6DB672B34A}"/>
              </a:ext>
            </a:extLst>
          </p:cNvPr>
          <p:cNvSpPr txBox="1"/>
          <p:nvPr/>
        </p:nvSpPr>
        <p:spPr>
          <a:xfrm>
            <a:off x="417444" y="4431297"/>
            <a:ext cx="74046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Goal:</a:t>
            </a:r>
            <a:br>
              <a:rPr lang="en-US" sz="2400" dirty="0"/>
            </a:br>
            <a:r>
              <a:rPr lang="en-US" sz="2400" b="1" dirty="0"/>
              <a:t>Maximize customer value and firm profit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4099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71FD60-A138-586F-F8C5-ABEBD03B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8332A-008F-7BF6-B0B2-71B038584C42}"/>
              </a:ext>
            </a:extLst>
          </p:cNvPr>
          <p:cNvSpPr txBox="1"/>
          <p:nvPr/>
        </p:nvSpPr>
        <p:spPr>
          <a:xfrm>
            <a:off x="437322" y="64028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Why CRM Matters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3331F2-60ED-7C3E-F11A-DEBFDCE77CFF}"/>
              </a:ext>
            </a:extLst>
          </p:cNvPr>
          <p:cNvSpPr txBox="1"/>
          <p:nvPr/>
        </p:nvSpPr>
        <p:spPr>
          <a:xfrm>
            <a:off x="516835" y="1824984"/>
            <a:ext cx="720586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Today’s Customers Are Different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more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more choices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more power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40B79C-D0B5-DE6E-7870-74D415F801B3}"/>
              </a:ext>
            </a:extLst>
          </p:cNvPr>
          <p:cNvSpPr txBox="1"/>
          <p:nvPr/>
        </p:nvSpPr>
        <p:spPr>
          <a:xfrm>
            <a:off x="516835" y="4408435"/>
            <a:ext cx="80208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Implication:</a:t>
            </a:r>
            <a:br>
              <a:rPr lang="en-US" sz="3200" dirty="0"/>
            </a:br>
            <a:r>
              <a:rPr lang="en-US" sz="3200" dirty="0"/>
              <a:t>Firms must actively manage relationships</a:t>
            </a:r>
          </a:p>
        </p:txBody>
      </p:sp>
    </p:spTree>
    <p:extLst>
      <p:ext uri="{BB962C8B-B14F-4D97-AF65-F5344CB8AC3E}">
        <p14:creationId xmlns:p14="http://schemas.microsoft.com/office/powerpoint/2010/main" val="7116663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22A2EA-A8EC-2A23-9607-A5178163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B4843-AB39-F08A-F879-910C91420E5B}"/>
              </a:ext>
            </a:extLst>
          </p:cNvPr>
          <p:cNvSpPr txBox="1"/>
          <p:nvPr/>
        </p:nvSpPr>
        <p:spPr>
          <a:xfrm>
            <a:off x="367748" y="670099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The Goal of CRM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412FA-B991-7B08-426A-8C48D924ADE5}"/>
              </a:ext>
            </a:extLst>
          </p:cNvPr>
          <p:cNvSpPr txBox="1"/>
          <p:nvPr/>
        </p:nvSpPr>
        <p:spPr>
          <a:xfrm>
            <a:off x="447261" y="1408188"/>
            <a:ext cx="762331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Widen, Lengthen, Deepen</a:t>
            </a:r>
          </a:p>
          <a:p>
            <a:pPr>
              <a:buNone/>
            </a:pPr>
            <a:r>
              <a:rPr lang="en-US" sz="2000" dirty="0"/>
              <a:t>CRM focuses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Widen</a:t>
            </a:r>
            <a:r>
              <a:rPr lang="en-US" sz="2000" dirty="0"/>
              <a:t> → attract new customers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Lengthen</a:t>
            </a:r>
            <a:r>
              <a:rPr lang="en-US" sz="2000" dirty="0"/>
              <a:t> → retain customers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Deepen</a:t>
            </a:r>
            <a:r>
              <a:rPr lang="en-US" sz="2000" dirty="0"/>
              <a:t> → increase customer value</a:t>
            </a:r>
            <a:endParaRPr lang="en-US" sz="2400" dirty="0"/>
          </a:p>
        </p:txBody>
      </p:sp>
      <p:pic>
        <p:nvPicPr>
          <p:cNvPr id="7" name="Content Placeholder 5" descr="Three examples of competing in the market.&#10;Long description is available in notes, Press F6">
            <a:extLst>
              <a:ext uri="{FF2B5EF4-FFF2-40B4-BE49-F238E27FC236}">
                <a16:creationId xmlns:a16="http://schemas.microsoft.com/office/drawing/2014/main" id="{5D35DB1F-49D9-427A-74A4-33669B3A9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732" y="3192718"/>
            <a:ext cx="4651512" cy="288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86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FA2B32-CB03-AEF2-9B92-052C690D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D48B60F4-AA36-0EFA-754F-FB90A2B664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6984546"/>
              </p:ext>
            </p:extLst>
          </p:nvPr>
        </p:nvGraphicFramePr>
        <p:xfrm>
          <a:off x="457200" y="1555750"/>
          <a:ext cx="8229600" cy="4394200"/>
        </p:xfrm>
        <a:graphic>
          <a:graphicData uri="http://schemas.openxmlformats.org/drawingml/2006/table">
            <a:tbl>
              <a:tblPr firstRow="1" bandRow="1"/>
              <a:tblGrid>
                <a:gridCol w="2005445">
                  <a:extLst>
                    <a:ext uri="{9D8B030D-6E8A-4147-A177-3AD203B41FA5}">
                      <a16:colId xmlns:a16="http://schemas.microsoft.com/office/drawing/2014/main" val="3388257850"/>
                    </a:ext>
                  </a:extLst>
                </a:gridCol>
                <a:gridCol w="6224155">
                  <a:extLst>
                    <a:ext uri="{9D8B030D-6E8A-4147-A177-3AD203B41FA5}">
                      <a16:colId xmlns:a16="http://schemas.microsoft.com/office/drawing/2014/main" val="42894670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24/7/365 operation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Web-based interfaces provide product information, sales status, support information, issue tracking, and so on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66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Individualized service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Learn how each customer defines product and service quality so that customized product, pricing, and services can be designed or developed collaboratively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356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Improved information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Integrate all information for all points of contact with the customers— marketing, sales, and service—so that all who interact with customers have the same view and understand current issues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467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Improved problem</a:t>
                      </a:r>
                    </a:p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identification/resolution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Improved record keeping and efficient methods of capturing customer complaints help to identify and solve problems faster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593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Optimized processes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Integrated information removes information handoffs, speeding both sales and support processes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552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Improved integration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Information from the CRM can be integrated with other systems to streamline business processes and gain business intelligence as well as make other cross-functional systems more efficient and effective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372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Improved product</a:t>
                      </a:r>
                    </a:p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development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Tracking customer behavior over time helps identify future opportunities for product and service offerings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4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Improved planning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This provides mechanisms for managing and scheduling sales follow-ups to assess satisfaction, repurchase probabilities, time frames, and frequencies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8668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078F89-75AF-8FE7-83D6-E7A365AC0624}"/>
              </a:ext>
            </a:extLst>
          </p:cNvPr>
          <p:cNvSpPr txBox="1"/>
          <p:nvPr/>
        </p:nvSpPr>
        <p:spPr>
          <a:xfrm>
            <a:off x="457199" y="723384"/>
            <a:ext cx="73549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What Does CRM Actually Do?</a:t>
            </a:r>
          </a:p>
        </p:txBody>
      </p:sp>
    </p:spTree>
    <p:extLst>
      <p:ext uri="{BB962C8B-B14F-4D97-AF65-F5344CB8AC3E}">
        <p14:creationId xmlns:p14="http://schemas.microsoft.com/office/powerpoint/2010/main" val="210928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F00CD9-B8CD-EB35-DFC8-8BF7A884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1C16F-752B-49FB-CC43-F0C96FB64269}"/>
              </a:ext>
            </a:extLst>
          </p:cNvPr>
          <p:cNvSpPr txBox="1"/>
          <p:nvPr/>
        </p:nvSpPr>
        <p:spPr>
          <a:xfrm>
            <a:off x="357809" y="61046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Types of CRM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A10DA4-1BDB-E059-0434-5C3170C21A1D}"/>
              </a:ext>
            </a:extLst>
          </p:cNvPr>
          <p:cNvSpPr txBox="1"/>
          <p:nvPr/>
        </p:nvSpPr>
        <p:spPr>
          <a:xfrm>
            <a:off x="437322" y="1516945"/>
            <a:ext cx="774258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Three Types of CRM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b="1" dirty="0"/>
              <a:t>Operational CRM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sales, marketing, service 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b="1" dirty="0"/>
              <a:t>Analytical CRM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data analysis, customer insights </a:t>
            </a:r>
          </a:p>
          <a:p>
            <a:endParaRPr lang="en-US" sz="2800" b="1" dirty="0"/>
          </a:p>
          <a:p>
            <a:r>
              <a:rPr lang="en-US" sz="2800" b="1" dirty="0"/>
              <a:t>Collaborative CRM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communication across the organization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330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D8B820-C919-2CC0-FF85-D1045134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082151-A71D-BC2A-6459-137237997B8D}"/>
              </a:ext>
            </a:extLst>
          </p:cNvPr>
          <p:cNvSpPr txBox="1"/>
          <p:nvPr/>
        </p:nvSpPr>
        <p:spPr>
          <a:xfrm>
            <a:off x="387626" y="63034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Connecting to Your Game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AF9353-2124-9C5B-FAB5-6C80693C052D}"/>
              </a:ext>
            </a:extLst>
          </p:cNvPr>
          <p:cNvSpPr txBox="1"/>
          <p:nvPr/>
        </p:nvSpPr>
        <p:spPr>
          <a:xfrm>
            <a:off x="387626" y="1709297"/>
            <a:ext cx="71164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What You Did = Analytical CRM</a:t>
            </a:r>
          </a:p>
          <a:p>
            <a:pPr>
              <a:buNone/>
            </a:pPr>
            <a:r>
              <a:rPr lang="en-US" sz="2400" dirty="0"/>
              <a:t>In the game, you: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analyzed response rates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compared customer value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allocated budget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3D60-0721-7113-8002-31EF04BB0B68}"/>
              </a:ext>
            </a:extLst>
          </p:cNvPr>
          <p:cNvSpPr txBox="1"/>
          <p:nvPr/>
        </p:nvSpPr>
        <p:spPr>
          <a:xfrm>
            <a:off x="467139" y="4142468"/>
            <a:ext cx="82196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That is:</a:t>
            </a:r>
            <a:br>
              <a:rPr lang="en-US" sz="2800" dirty="0"/>
            </a:br>
            <a:r>
              <a:rPr lang="en-US" sz="2800" b="1" dirty="0"/>
              <a:t>Analytical CRM decision-making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668152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5C4864-B35D-BA57-596E-07CF6D6C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D78FE5-00A7-FD1B-ED51-56E5B1DD39FD}"/>
              </a:ext>
            </a:extLst>
          </p:cNvPr>
          <p:cNvSpPr txBox="1"/>
          <p:nvPr/>
        </p:nvSpPr>
        <p:spPr>
          <a:xfrm>
            <a:off x="347869" y="640281"/>
            <a:ext cx="72555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New Update: AI &amp; Ethical Issues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6CE3B-7BCF-EF3E-497C-99077B4B8361}"/>
              </a:ext>
            </a:extLst>
          </p:cNvPr>
          <p:cNvSpPr txBox="1"/>
          <p:nvPr/>
        </p:nvSpPr>
        <p:spPr>
          <a:xfrm>
            <a:off x="427382" y="1577919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AI in CRM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personalization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recommendation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targeted advertising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CE2F77-CCEB-FD5A-29E9-31A4C14147DA}"/>
              </a:ext>
            </a:extLst>
          </p:cNvPr>
          <p:cNvSpPr txBox="1"/>
          <p:nvPr/>
        </p:nvSpPr>
        <p:spPr>
          <a:xfrm>
            <a:off x="427382" y="3500442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Ethical Concerns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bias in algorithms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privacy issues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discrimination risks </a:t>
            </a:r>
          </a:p>
        </p:txBody>
      </p:sp>
    </p:spTree>
    <p:extLst>
      <p:ext uri="{BB962C8B-B14F-4D97-AF65-F5344CB8AC3E}">
        <p14:creationId xmlns:p14="http://schemas.microsoft.com/office/powerpoint/2010/main" val="18325010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E4A16A-6226-0625-C6F9-CC5EA7029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1E32E-B753-D244-99DB-1D49553C8880}"/>
              </a:ext>
            </a:extLst>
          </p:cNvPr>
          <p:cNvSpPr txBox="1"/>
          <p:nvPr/>
        </p:nvSpPr>
        <p:spPr>
          <a:xfrm>
            <a:off x="298174" y="62040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Final Takeaway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6581C-29A2-D051-11B7-531B7B85736D}"/>
              </a:ext>
            </a:extLst>
          </p:cNvPr>
          <p:cNvSpPr txBox="1"/>
          <p:nvPr/>
        </p:nvSpPr>
        <p:spPr>
          <a:xfrm>
            <a:off x="377687" y="2228671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SCM vs CRM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SCM → manage supply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CRM → manage demand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DA709-D6C4-6FD8-F85F-2BCA22F21BDC}"/>
              </a:ext>
            </a:extLst>
          </p:cNvPr>
          <p:cNvSpPr txBox="1"/>
          <p:nvPr/>
        </p:nvSpPr>
        <p:spPr>
          <a:xfrm>
            <a:off x="377687" y="420041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Profit comes from BOTH sides</a:t>
            </a:r>
          </a:p>
        </p:txBody>
      </p:sp>
    </p:spTree>
    <p:extLst>
      <p:ext uri="{BB962C8B-B14F-4D97-AF65-F5344CB8AC3E}">
        <p14:creationId xmlns:p14="http://schemas.microsoft.com/office/powerpoint/2010/main" val="1572975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9ece82-9c15-4ac7-baad-0dfa4456d29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4FEAC9475C9D4A87F5F432EA1AF8CB" ma:contentTypeVersion="18" ma:contentTypeDescription="Create a new document." ma:contentTypeScope="" ma:versionID="0ae3fe1e418174b19a4f284209d4db2e">
  <xsd:schema xmlns:xsd="http://www.w3.org/2001/XMLSchema" xmlns:xs="http://www.w3.org/2001/XMLSchema" xmlns:p="http://schemas.microsoft.com/office/2006/metadata/properties" xmlns:ns3="9c9ece82-9c15-4ac7-baad-0dfa4456d29e" xmlns:ns4="b1ea3024-dfec-4092-af3b-85b7f351d5c9" targetNamespace="http://schemas.microsoft.com/office/2006/metadata/properties" ma:root="true" ma:fieldsID="9242ee90ca328996124d8a73751ef823" ns3:_="" ns4:_="">
    <xsd:import namespace="9c9ece82-9c15-4ac7-baad-0dfa4456d29e"/>
    <xsd:import namespace="b1ea3024-dfec-4092-af3b-85b7f351d5c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9ece82-9c15-4ac7-baad-0dfa4456d2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a3024-dfec-4092-af3b-85b7f351d5c9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F24E35-8A5A-4249-A838-AE2F2B1D0B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6E96FF-7C48-4064-9884-A14DF2C09B4E}">
  <ds:schemaRefs>
    <ds:schemaRef ds:uri="9c9ece82-9c15-4ac7-baad-0dfa4456d29e"/>
    <ds:schemaRef ds:uri="b1ea3024-dfec-4092-af3b-85b7f351d5c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9B1341D-59F6-4758-B990-A2F8B1BE4785}">
  <ds:schemaRefs>
    <ds:schemaRef ds:uri="9c9ece82-9c15-4ac7-baad-0dfa4456d29e"/>
    <ds:schemaRef ds:uri="b1ea3024-dfec-4092-af3b-85b7f351d5c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1452</Words>
  <Application>Microsoft Macintosh PowerPoint</Application>
  <PresentationFormat>On-screen Show (4:3)</PresentationFormat>
  <Paragraphs>296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Hu Jingyun</cp:lastModifiedBy>
  <cp:revision>24</cp:revision>
  <cp:lastPrinted>2016-08-30T16:49:14Z</cp:lastPrinted>
  <dcterms:created xsi:type="dcterms:W3CDTF">2010-12-06T22:06:18Z</dcterms:created>
  <dcterms:modified xsi:type="dcterms:W3CDTF">2026-04-07T13:09:34Z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0x010100A24FEAC9475C9D4A87F5F432EA1AF8CB</vt:lpwstr>
  </property>
</Properties>
</file>