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352" r:id="rId5"/>
  </p:sldIdLst>
  <p:sldSz cx="9144000" cy="6858000" type="screen4x3"/>
  <p:notesSz cx="7053263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97" autoAdjust="0"/>
    <p:restoredTop sz="94660"/>
  </p:normalViewPr>
  <p:slideViewPr>
    <p:cSldViewPr>
      <p:cViewPr varScale="1">
        <p:scale>
          <a:sx n="127" d="100"/>
          <a:sy n="127" d="100"/>
        </p:scale>
        <p:origin x="15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7072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95217" y="0"/>
            <a:ext cx="3056414" cy="467072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>
              <a:defRPr sz="1200"/>
            </a:lvl1pPr>
          </a:lstStyle>
          <a:p>
            <a:fld id="{741BFB75-E6EC-4D78-8008-56E30B4F9F7C}" type="datetimeFigureOut">
              <a:rPr lang="en-US" smtClean="0"/>
              <a:t>8/19/25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30"/>
            <a:ext cx="3056414" cy="467071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95217" y="8842030"/>
            <a:ext cx="3056414" cy="467071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>
              <a:defRPr sz="1200"/>
            </a:lvl1pPr>
          </a:lstStyle>
          <a:p>
            <a:fld id="{9E863C98-4BEA-4298-A3F2-63B16B24B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8634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5217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>
              <a:defRPr sz="1200"/>
            </a:lvl1pPr>
          </a:lstStyle>
          <a:p>
            <a:fld id="{286DC3D9-ADC8-4D9D-98E1-EAE3F181BC0D}" type="datetimeFigureOut">
              <a:rPr lang="en-US" smtClean="0"/>
              <a:pPr/>
              <a:t>8/19/25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497" tIns="46749" rIns="93497" bIns="4674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vert="horz" lIns="93497" tIns="46749" rIns="93497" bIns="467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5217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>
              <a:defRPr sz="1200"/>
            </a:lvl1pPr>
          </a:lstStyle>
          <a:p>
            <a:fld id="{3C9169D3-6BF3-4A70-BB49-5C77F7DB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969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014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838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 bwMode="auto">
          <a:xfrm>
            <a:off x="304800" y="6172200"/>
            <a:ext cx="85344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A5002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8" name="Straight Connector 7"/>
          <p:cNvCxnSpPr/>
          <p:nvPr userDrawn="1"/>
        </p:nvCxnSpPr>
        <p:spPr bwMode="auto">
          <a:xfrm>
            <a:off x="381000" y="304800"/>
            <a:ext cx="85344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A5002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 bwMode="auto">
          <a:xfrm>
            <a:off x="304800" y="6172200"/>
            <a:ext cx="85344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A5002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9" name="Straight Connector 8"/>
          <p:cNvCxnSpPr/>
          <p:nvPr userDrawn="1"/>
        </p:nvCxnSpPr>
        <p:spPr bwMode="auto">
          <a:xfrm>
            <a:off x="381000" y="304800"/>
            <a:ext cx="85344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A5002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2AB04-2120-4BC8-BB66-FB8CF69B782A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 bwMode="auto">
          <a:xfrm>
            <a:off x="304800" y="6172200"/>
            <a:ext cx="85344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A5002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" name="Straight Connector 10"/>
          <p:cNvCxnSpPr/>
          <p:nvPr userDrawn="1"/>
        </p:nvCxnSpPr>
        <p:spPr bwMode="auto">
          <a:xfrm>
            <a:off x="381000" y="304800"/>
            <a:ext cx="85344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A5002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pic>
        <p:nvPicPr>
          <p:cNvPr id="1025" name="Picture 1">
            <a:extLst>
              <a:ext uri="{FF2B5EF4-FFF2-40B4-BE49-F238E27FC236}">
                <a16:creationId xmlns:a16="http://schemas.microsoft.com/office/drawing/2014/main" id="{67A74799-FE90-35B0-2C03-61EE291C425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272212"/>
            <a:ext cx="46672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D30B067B-3F26-F601-ED60-432E3A0251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689" y="6254750"/>
            <a:ext cx="2457450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5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AB04-2120-4BC8-BB66-FB8CF69B782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332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4FEAC9475C9D4A87F5F432EA1AF8CB" ma:contentTypeVersion="18" ma:contentTypeDescription="Create a new document." ma:contentTypeScope="" ma:versionID="0ae3fe1e418174b19a4f284209d4db2e">
  <xsd:schema xmlns:xsd="http://www.w3.org/2001/XMLSchema" xmlns:xs="http://www.w3.org/2001/XMLSchema" xmlns:p="http://schemas.microsoft.com/office/2006/metadata/properties" xmlns:ns3="9c9ece82-9c15-4ac7-baad-0dfa4456d29e" xmlns:ns4="b1ea3024-dfec-4092-af3b-85b7f351d5c9" targetNamespace="http://schemas.microsoft.com/office/2006/metadata/properties" ma:root="true" ma:fieldsID="9242ee90ca328996124d8a73751ef823" ns3:_="" ns4:_="">
    <xsd:import namespace="9c9ece82-9c15-4ac7-baad-0dfa4456d29e"/>
    <xsd:import namespace="b1ea3024-dfec-4092-af3b-85b7f351d5c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9ece82-9c15-4ac7-baad-0dfa4456d2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a3024-dfec-4092-af3b-85b7f351d5c9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c9ece82-9c15-4ac7-baad-0dfa4456d29e" xsi:nil="true"/>
  </documentManagement>
</p:properties>
</file>

<file path=customXml/itemProps1.xml><?xml version="1.0" encoding="utf-8"?>
<ds:datastoreItem xmlns:ds="http://schemas.openxmlformats.org/officeDocument/2006/customXml" ds:itemID="{1DF24E35-8A5A-4249-A838-AE2F2B1D0B4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9B1341D-59F6-4758-B990-A2F8B1BE47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9ece82-9c15-4ac7-baad-0dfa4456d29e"/>
    <ds:schemaRef ds:uri="b1ea3024-dfec-4092-af3b-85b7f351d5c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76E96FF-7C48-4064-9884-A14DF2C09B4E}">
  <ds:schemaRefs>
    <ds:schemaRef ds:uri="http://schemas.microsoft.com/office/2006/documentManagement/types"/>
    <ds:schemaRef ds:uri="http://purl.org/dc/dcmitype/"/>
    <ds:schemaRef ds:uri="http://schemas.microsoft.com/office/2006/metadata/properties"/>
    <ds:schemaRef ds:uri="9c9ece82-9c15-4ac7-baad-0dfa4456d29e"/>
    <ds:schemaRef ds:uri="http://schemas.microsoft.com/office/infopath/2007/PartnerControls"/>
    <ds:schemaRef ds:uri="http://purl.org/dc/elements/1.1/"/>
    <ds:schemaRef ds:uri="http://www.w3.org/XML/1998/namespace"/>
    <ds:schemaRef ds:uri="http://schemas.openxmlformats.org/package/2006/metadata/core-properties"/>
    <ds:schemaRef ds:uri="b1ea3024-dfec-4092-af3b-85b7f351d5c9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39624</TotalTime>
  <Words>1</Words>
  <Application>Microsoft Macintosh PowerPoint</Application>
  <PresentationFormat>On-screen Show (4:3)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Hu Jingyun</cp:lastModifiedBy>
  <cp:revision>494</cp:revision>
  <cp:lastPrinted>2016-08-30T16:49:14Z</cp:lastPrinted>
  <dcterms:created xsi:type="dcterms:W3CDTF">2010-12-06T22:06:18Z</dcterms:created>
  <dcterms:modified xsi:type="dcterms:W3CDTF">2025-08-19T20:58:03Z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0x010100A24FEAC9475C9D4A87F5F432EA1AF8CB</vt:lpwstr>
  </property>
</Properties>
</file>